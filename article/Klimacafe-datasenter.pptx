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72" r:id="rId5"/>
    <p:sldMasterId id="2147483708" r:id="rId6"/>
    <p:sldMasterId id="2147483845" r:id="rId7"/>
  </p:sldMasterIdLst>
  <p:notesMasterIdLst>
    <p:notesMasterId r:id="rId33"/>
  </p:notesMasterIdLst>
  <p:handoutMasterIdLst>
    <p:handoutMasterId r:id="rId34"/>
  </p:handoutMasterIdLst>
  <p:sldIdLst>
    <p:sldId id="256" r:id="rId18"/>
    <p:sldId id="257" r:id="rId19"/>
    <p:sldId id="258" r:id="rId20"/>
    <p:sldId id="259" r:id="rId21"/>
    <p:sldId id="260" r:id="rId22"/>
  </p:sldIdLst>
  <p:sldSz cx="12192000" cy="6858000"/>
  <p:notesSz cx="6858000" cy="9144000"/>
  <p:embeddedFontLst>
    <p:embeddedFont>
      <p:font typeface="Inter" panose="020B0502030000000004" pitchFamily="34" charset="0"/>
      <p:regular r:id="rId35"/>
      <p:bold r:id="rId36"/>
      <p:italic r:id="rId37"/>
      <p:boldItalic r:id="rId38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33C"/>
    <a:srgbClr val="F9EA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6327" autoAdjust="0"/>
  </p:normalViewPr>
  <p:slideViewPr>
    <p:cSldViewPr snapToGrid="0" snapToObjects="1">
      <p:cViewPr varScale="1">
        <p:scale>
          <a:sx n="64" d="100"/>
          <a:sy n="64" d="100"/>
        </p:scale>
        <p:origin x="756" y="30"/>
      </p:cViewPr>
      <p:guideLst/>
    </p:cSldViewPr>
  </p:slideViewPr>
  <p:outlineViewPr>
    <p:cViewPr>
      <p:scale>
        <a:sx n="33" d="100"/>
        <a:sy n="33" d="100"/>
      </p:scale>
      <p:origin x="0" y="-260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38" d="100"/>
          <a:sy n="138" d="100"/>
        </p:scale>
        <p:origin x="475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Relationship Id="rId38" Type="http://schemas.openxmlformats.org/officeDocument/2006/relationships/font" Target="fonts/font4.fnt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2AD9DE-1F29-5C41-8E32-770DE9D852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 sz="10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A1136-FFFC-9944-93C0-5A1285B48D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9BF96-3AA1-B643-8D1B-55251D8BAECC}" type="datetimeFigureOut">
              <a:rPr lang="en-NO" sz="1000" smtClean="0"/>
              <a:t>10/13/2026</a:t>
            </a:fld>
            <a:endParaRPr lang="en-NO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C181C-215C-744D-9A97-A8A751A21D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90984-8444-B74D-BA5A-D0E09AE88C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99C76-E51B-F447-9A9F-482D9FFE1C50}" type="slidenum">
              <a:rPr lang="en-NO" sz="1000" smtClean="0"/>
              <a:t>‹#›</a:t>
            </a:fld>
            <a:endParaRPr lang="en-NO" sz="1000"/>
          </a:p>
        </p:txBody>
      </p:sp>
    </p:spTree>
    <p:extLst>
      <p:ext uri="{BB962C8B-B14F-4D97-AF65-F5344CB8AC3E}">
        <p14:creationId xmlns:p14="http://schemas.microsoft.com/office/powerpoint/2010/main" val="137875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5CAD244F-7093-42B7-9078-BDE2FF42C4CC}" type="datetimeFigureOut">
              <a:rPr lang="en-US" smtClean="0"/>
              <a:pPr/>
              <a:t>13-Oct-26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CD4FD609-AC37-4350-99D2-8A26A41D90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4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Tid: 1,5 minutt.</a:t>
            </a:r>
          </a:p>
          <a:p/>
          <a:p>
            <a:r>
              <a:t>- Trenger vi datasentre? Ja. Vi bruker dem allerede hver dag. De driver digitale tjenester, lagrer informasjon og kjører kunstig intelligens. Det er nyttig, og det trenger vi.</a:t>
            </a:r>
          </a:p>
          <a:p>
            <a:r>
              <a:t>- Jeg har jobbet med digitalisering i rundt 30 år, og de siste fire årene også med KI. Jeg ser hvor mye nytte dette kan gi.</a:t>
            </a:r>
          </a:p>
          <a:p>
            <a:r>
              <a:t>- Men hvor mye ny datasenterkapasitet trenger vi egentlig? Det spørsmålet har jeg forsøkt å regne på.</a:t>
            </a:r>
          </a:p>
          <a:p>
            <a:r>
              <a:t>- Her skal vi se på én del av behovet: KI i norsk arbeidsliv.</a:t>
            </a:r>
          </a:p>
          <a:p/>
          <a:p>
            <a:r>
              <a:t>Overgang: «For å regne på hele arbeidslivet må vi begynne et sted. Vi begynner med én maskin.»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Tid: 2 minutter.</a:t>
            </a:r>
          </a:p>
          <a:p/>
          <a:p>
            <a:r>
              <a:t>- Vi kan kjøre KI på en egen server og måle hvor mye strøm den bruker.</a:t>
            </a:r>
          </a:p>
          <a:p>
            <a:r>
              <a:t>- Hos oss deler 20 utviklere én kraftig KI-server. Vi målte rundt 4 400 watt til kortene som gjør KI-beregningene. Fordelt på 20 utviklere blir det 220 watt hver.</a:t>
            </a:r>
          </a:p>
          <a:p>
            <a:r>
              <a:t>- Dette er en fordeling av det målte forbruket, ikke en egen måling av hver utvikler. Resten av maskinen og kjølingen kommer i tillegg.</a:t>
            </a:r>
          </a:p>
          <a:p>
            <a:r>
              <a:t>- Det gir oss et konkret utgangspunkt. Så må vi gjøre noen antakelser for å regne videre.</a:t>
            </a:r>
          </a:p>
          <a:p/>
          <a:p>
            <a:r>
              <a:t>Bakgrunn ved spørsmål: Oppsettet har åtte NVIDIA H100-kort og kjører åpne språkmodeller.</a:t>
            </a:r>
          </a:p>
          <a:p/>
          <a:p>
            <a:r>
              <a:t>Tips: Bytt gjerne serverikonet med et bilde av den faktiske serveren.</a:t>
            </a:r>
          </a:p>
          <a:p/>
          <a:p>
            <a:r>
              <a:t>Overgang: «Men trenger alle i arbeidslivet like mye KI som en utvikler?»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Tid: 2 minutter.</a:t>
            </a:r>
          </a:p>
          <a:p/>
          <a:p>
            <a:r>
              <a:t>- En utvikler kan ha flere KI-programmer i arbeid gjennom store deler av dagen, for eksempel til å skrive og teste kode.</a:t>
            </a:r>
          </a:p>
          <a:p>
            <a:r>
              <a:t>- En gartner kan få hjelp med planlegging og tilbud, men bruker også mye av dagen på å stelle planter. En barnehagelærer arbeider først og fremst med barna.</a:t>
            </a:r>
          </a:p>
          <a:p>
            <a:r>
              <a:t>- Alle kan ha nytte av KI. Det betyr ikke at alle trenger like mye datakraft.</a:t>
            </a:r>
          </a:p>
          <a:p>
            <a:r>
              <a:t>- Vi bruker SSBs kartlegging av arbeidsoppgaver til å anslå forskjellene mellom yrkene. Det er ikke en strømmåling, men en antakelse vi kan undersøke og diskutere.</a:t>
            </a:r>
          </a:p>
          <a:p/>
          <a:p>
            <a:r>
              <a:t>Talernotat: SSB kartlegger hvilke arbeidsoppgaver KI kan påvirke, ikke hvor mye strøm yrkene bruker. Presenter forskjellen som ulik type arbeid, ikke ulik verdi av arbeidet.</a:t>
            </a:r>
          </a:p>
          <a:p/>
          <a:p>
            <a:r>
              <a:t>Tips: Erstatt ikonene med bilder (utvikler foran skjerm, gartner som planter, barnehagelærer i lek) – sjekk bruksrettigheter og samtykke.</a:t>
            </a:r>
          </a:p>
          <a:p/>
          <a:p>
            <a:r>
              <a:t>Overgang: «Hva blir summen hvis vi regner som om hele norsk arbeidsliv tar KI i bruk?»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Tid: 2,5 minutter. 300 MW vises først – klikk for å vise 3 500 MW.</a:t>
            </a:r>
          </a:p>
          <a:p/>
          <a:p>
            <a:r>
              <a:t>- Vi regner som om hele arbeidslivet tar KI i bruk. Vi bruker den KI-intensive utvikleren som referanse, justerer for yrkene og runder opp.</a:t>
            </a:r>
          </a:p>
          <a:p>
            <a:r>
              <a:t>- Da kommer vi til omtrent 300 megawatt når arbeidslivet er aktivt. Megawatt er et mål på hvor mye strøm som brukes på én gang.</a:t>
            </a:r>
          </a:p>
          <a:p>
            <a:r>
              <a:t>- [Klikk] Til sammenligning var 3 500 megawatt reservert til nye datasentre per mars 2026. Det reserverte tallet er over ti ganger større.</a:t>
            </a:r>
          </a:p>
          <a:p>
            <a:r>
              <a:t>- Men husk hva vi har regnet på: KI-kortene i arbeid. Resten av serverne, kjøling, modelltrening og privat KI-bruk er ikke med. Og reservert kapasitet betyr ikke ferdigbygde anlegg.</a:t>
            </a:r>
          </a:p>
          <a:p>
            <a:r>
              <a:t>- Forskjellen betyr ikke at resten er unødvendig. Datasentre brukes også til andre tjenester og av utenlandske kunder. Men vårt regnestykke gir grunn til å spørre om norsk arbeidslivs KI-bruk kan forklare størrelsen.</a:t>
            </a:r>
          </a:p>
          <a:p/>
          <a:p>
            <a:r>
              <a:t>Talernotat: Sammenligningen gjelder effekt, ikke årlig energibruk. Hold deg til MW. Si avgrensningene høyt. Et høyt scenario er ikke en sikker øvre grense.</a:t>
            </a:r>
          </a:p>
          <a:p/>
          <a:p>
            <a:r>
              <a:t>Kilde 3 500 MW: NVE, «Metode for framskriving av strømforbruk i datasentre», 11. august 2026 – «Per mars 2026 var det reservert 3 500 MW … ifølge Tilknytningsregisteret til Statnett».</a:t>
            </a:r>
          </a:p>
          <a:p/>
          <a:p>
            <a:r>
              <a:t>Overgang: «Og hvor stort er egentlig 300 megawatt? Her i Skien har vi en lokal sammenligning.»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Tid: 2 minutter.</a:t>
            </a:r>
          </a:p>
          <a:p/>
          <a:p>
            <a:r>
              <a:t>- For å gjøre 300 megawatt litt mer konkret: Google oppgir 240 megawatt tildelt kraftkapasitet i første fase på Gromstul her i Skien.</a:t>
            </a:r>
          </a:p>
          <a:p>
            <a:r>
              <a:t>- Tallene er ikke direkte sammenlignbare. Vårt tall gjelder KI-kortene, mens Googles tall gjelder kapasitet til anlegget. Men de viser størrelsesordenen.</a:t>
            </a:r>
          </a:p>
          <a:p>
            <a:r>
              <a:t>- Hvis kapasiteten skal brukes til eksport av datakraft, må det sies tydelig. Da må vi også få vite hva Norge får igjen.</a:t>
            </a:r>
          </a:p>
          <a:p/>
          <a:p>
            <a:r>
              <a:t>Avslutning (kort pause før spørsmålene):</a:t>
            </a:r>
          </a:p>
          <a:p>
            <a:r>
              <a:t>«Vi trenger datasentre. Men vi trenger også tydelige svar: Hvem skal bruke kapasiteten, og hva får Norge igjen for kraften, nettet og naturen vi stiller til disposisjon?»</a:t>
            </a:r>
          </a:p>
          <a:p/>
          <a:p>
            <a:r>
              <a:t>Tips: Legg gjerne inn et dokumentert bilde fra Gromstul (med kilde og dato).</a:t>
            </a:r>
          </a:p>
          <a:p/>
          <a:p>
            <a:r>
              <a:t>Kilde 240 MW: https://kommunikasjon.ntb.no/pressemelding/18046820/google-starter-bygging-av-et-nytt-datasenter-i-skien-investerer-600-millioner-euro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889BDD-A5DA-449C-9F32-411F60AB59E7}"/>
              </a:ext>
            </a:extLst>
          </p:cNvPr>
          <p:cNvSpPr/>
          <p:nvPr userDrawn="1"/>
        </p:nvSpPr>
        <p:spPr>
          <a:xfrm>
            <a:off x="6614160" y="0"/>
            <a:ext cx="55778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1DB9A8-CFC3-43D6-97EF-9821CEC4EB86}"/>
              </a:ext>
            </a:extLst>
          </p:cNvPr>
          <p:cNvSpPr/>
          <p:nvPr userDrawn="1"/>
        </p:nvSpPr>
        <p:spPr>
          <a:xfrm>
            <a:off x="7394606" y="2098115"/>
            <a:ext cx="3504111" cy="149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097088"/>
            <a:ext cx="4932362" cy="1735772"/>
          </a:xfr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8863209" y="1651018"/>
            <a:ext cx="580592" cy="2334362"/>
            <a:chOff x="11870514" y="244569"/>
            <a:chExt cx="151518" cy="609202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25D05D-BADA-4CE4-87CE-12CFA0CDE945}"/>
              </a:ext>
            </a:extLst>
          </p:cNvPr>
          <p:cNvSpPr/>
          <p:nvPr userDrawn="1"/>
        </p:nvSpPr>
        <p:spPr>
          <a:xfrm>
            <a:off x="9431648" y="435724"/>
            <a:ext cx="1226389" cy="1226389"/>
          </a:xfrm>
          <a:custGeom>
            <a:avLst/>
            <a:gdLst>
              <a:gd name="connsiteX0" fmla="*/ 2139813 w 2139848"/>
              <a:gd name="connsiteY0" fmla="*/ 1069841 h 2139848"/>
              <a:gd name="connsiteX1" fmla="*/ 1069898 w 2139848"/>
              <a:gd name="connsiteY1" fmla="*/ 2139775 h 2139848"/>
              <a:gd name="connsiteX2" fmla="*/ -36 w 2139848"/>
              <a:gd name="connsiteY2" fmla="*/ 1069860 h 2139848"/>
              <a:gd name="connsiteX3" fmla="*/ 1069879 w 2139848"/>
              <a:gd name="connsiteY3" fmla="*/ -73 h 2139848"/>
              <a:gd name="connsiteX4" fmla="*/ 1069898 w 2139848"/>
              <a:gd name="connsiteY4" fmla="*/ -73 h 2139848"/>
              <a:gd name="connsiteX5" fmla="*/ 2139813 w 2139848"/>
              <a:gd name="connsiteY5" fmla="*/ 1069841 h 213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9848" h="2139848">
                <a:moveTo>
                  <a:pt x="2139813" y="1069841"/>
                </a:moveTo>
                <a:cubicBezTo>
                  <a:pt x="2139818" y="1660744"/>
                  <a:pt x="1660801" y="2139770"/>
                  <a:pt x="1069898" y="2139775"/>
                </a:cubicBezTo>
                <a:cubicBezTo>
                  <a:pt x="478995" y="2139780"/>
                  <a:pt x="-30" y="1660763"/>
                  <a:pt x="-36" y="1069860"/>
                </a:cubicBezTo>
                <a:cubicBezTo>
                  <a:pt x="-41" y="478958"/>
                  <a:pt x="478976" y="-68"/>
                  <a:pt x="1069879" y="-73"/>
                </a:cubicBezTo>
                <a:cubicBezTo>
                  <a:pt x="1069886" y="-73"/>
                  <a:pt x="1069892" y="-73"/>
                  <a:pt x="1069898" y="-73"/>
                </a:cubicBezTo>
                <a:cubicBezTo>
                  <a:pt x="1660796" y="-73"/>
                  <a:pt x="2139813" y="478944"/>
                  <a:pt x="2139813" y="1069841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7738557" y="4327499"/>
            <a:ext cx="1296934" cy="656431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051F08-BCC2-42B7-A7D2-2EF1738B42C5}"/>
              </a:ext>
            </a:extLst>
          </p:cNvPr>
          <p:cNvSpPr/>
          <p:nvPr userDrawn="1"/>
        </p:nvSpPr>
        <p:spPr>
          <a:xfrm>
            <a:off x="10241991" y="4688420"/>
            <a:ext cx="1546225" cy="1674896"/>
          </a:xfrm>
          <a:custGeom>
            <a:avLst/>
            <a:gdLst>
              <a:gd name="connsiteX0" fmla="*/ 1442050 w 2031330"/>
              <a:gd name="connsiteY0" fmla="*/ 1615462 h 2200369"/>
              <a:gd name="connsiteX1" fmla="*/ -36 w 2031330"/>
              <a:gd name="connsiteY1" fmla="*/ 2200296 h 2200369"/>
              <a:gd name="connsiteX2" fmla="*/ -36 w 2031330"/>
              <a:gd name="connsiteY2" fmla="*/ -73 h 2200369"/>
              <a:gd name="connsiteX3" fmla="*/ 2025646 w 2031330"/>
              <a:gd name="connsiteY3" fmla="*/ -73 h 2200369"/>
              <a:gd name="connsiteX4" fmla="*/ 2031295 w 2031330"/>
              <a:gd name="connsiteY4" fmla="*/ 172500 h 2200369"/>
              <a:gd name="connsiteX5" fmla="*/ 1442050 w 2031330"/>
              <a:gd name="connsiteY5" fmla="*/ 1615462 h 220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330" h="2200369">
                <a:moveTo>
                  <a:pt x="1442050" y="1615462"/>
                </a:moveTo>
                <a:cubicBezTo>
                  <a:pt x="1063812" y="1991432"/>
                  <a:pt x="551738" y="2199097"/>
                  <a:pt x="-36" y="2200296"/>
                </a:cubicBezTo>
                <a:lnTo>
                  <a:pt x="-36" y="-73"/>
                </a:lnTo>
                <a:lnTo>
                  <a:pt x="2025646" y="-73"/>
                </a:lnTo>
                <a:cubicBezTo>
                  <a:pt x="2029456" y="52419"/>
                  <a:pt x="2031295" y="109026"/>
                  <a:pt x="2031295" y="172500"/>
                </a:cubicBezTo>
                <a:cubicBezTo>
                  <a:pt x="2031352" y="725150"/>
                  <a:pt x="1822011" y="1237671"/>
                  <a:pt x="1442050" y="161546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nb-NO" dirty="0"/>
              <a:t> 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522678"/>
            <a:ext cx="4932362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2964" y="5403520"/>
            <a:ext cx="4919186" cy="79725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379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162" y="2097088"/>
            <a:ext cx="6300788" cy="1655761"/>
          </a:xfrm>
        </p:spPr>
        <p:txBody>
          <a:bodyPr anchor="b"/>
          <a:lstStyle>
            <a:lvl1pPr>
              <a:defRPr cap="all" baseline="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768927" y="5069545"/>
            <a:ext cx="407476" cy="1638320"/>
            <a:chOff x="11870514" y="244569"/>
            <a:chExt cx="151518" cy="609202"/>
          </a:xfrm>
          <a:solidFill>
            <a:schemeClr val="bg2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10624944" y="4676005"/>
            <a:ext cx="385955" cy="77193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11181162" y="5784447"/>
            <a:ext cx="562482" cy="557322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8205282" y="6199422"/>
            <a:ext cx="562481" cy="284695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6161" y="4522678"/>
            <a:ext cx="6300789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25393" y="5403520"/>
            <a:ext cx="6283957" cy="79725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7381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" userDrawn="1">
          <p15:clr>
            <a:srgbClr val="FBAE40"/>
          </p15:clr>
        </p15:guide>
        <p15:guide id="2" pos="5428" userDrawn="1">
          <p15:clr>
            <a:srgbClr val="FBAE40"/>
          </p15:clr>
        </p15:guide>
        <p15:guide id="3" orient="horz" pos="236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10514012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692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o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4932362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9851" y="2097088"/>
            <a:ext cx="4933950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53921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3636" userDrawn="1">
          <p15:clr>
            <a:srgbClr val="FBAE40"/>
          </p15:clr>
        </p15:guide>
        <p15:guide id="3" pos="40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re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3060700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291513" y="2097088"/>
            <a:ext cx="3062287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768B532-41DC-4774-AEC1-0AB166390D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48187" y="2098677"/>
            <a:ext cx="3095625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3983520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2457" userDrawn="1">
          <p15:clr>
            <a:srgbClr val="FBAE40"/>
          </p15:clr>
        </p15:guide>
        <p15:guide id="3" pos="5223" userDrawn="1">
          <p15:clr>
            <a:srgbClr val="FBAE40"/>
          </p15:clr>
        </p15:guide>
        <p15:guide id="4" pos="2865" userDrawn="1">
          <p15:clr>
            <a:srgbClr val="FBAE40"/>
          </p15:clr>
        </p15:guide>
        <p15:guide id="5" pos="481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rm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9091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ekst alterna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829F-C6B1-4E47-BE73-78ADAC85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012193"/>
            <a:ext cx="10512425" cy="99211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6F8E5-4F25-4B20-9C00-5D1EE30C2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004310"/>
            <a:ext cx="10512425" cy="219646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1819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hel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1793A7B-AE56-C74D-83CD-6C0067FBC0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4E7DB-23CD-4B89-B557-9FC8FFE2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16817"/>
            <a:ext cx="10512425" cy="1183958"/>
          </a:xfrm>
        </p:spPr>
        <p:txBody>
          <a:bodyPr anchor="b"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11342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esentasj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D25A7A-261A-0B43-A8E9-F01017A8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4082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39" name="Picture Placeholder 8">
            <a:extLst>
              <a:ext uri="{FF2B5EF4-FFF2-40B4-BE49-F238E27FC236}">
                <a16:creationId xmlns:a16="http://schemas.microsoft.com/office/drawing/2014/main" id="{9166DD9E-55E8-7C4D-A3FB-F01421C541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70275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869A3281-93B9-D044-95C7-95EE88207E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6468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04C4C85B-DBC6-1C48-8254-CC69EED702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2661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E176FB11-84E3-7D49-9208-B88D1A3862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8854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51E255ED-408C-D643-901C-F53FAC7054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95047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23" name="Text Placeholder 43">
            <a:extLst>
              <a:ext uri="{FF2B5EF4-FFF2-40B4-BE49-F238E27FC236}">
                <a16:creationId xmlns:a16="http://schemas.microsoft.com/office/drawing/2014/main" id="{35CFAD26-538C-DC40-8739-EEB6E08278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4082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511DB-D674-420C-B7DB-FCE430DD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78EE076-7091-4FDF-9F9F-12213C717D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43">
            <a:extLst>
              <a:ext uri="{FF2B5EF4-FFF2-40B4-BE49-F238E27FC236}">
                <a16:creationId xmlns:a16="http://schemas.microsoft.com/office/drawing/2014/main" id="{5B6A213F-AF74-4411-8EC9-FBC6D18337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4489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7" name="Text Placeholder 43">
            <a:extLst>
              <a:ext uri="{FF2B5EF4-FFF2-40B4-BE49-F238E27FC236}">
                <a16:creationId xmlns:a16="http://schemas.microsoft.com/office/drawing/2014/main" id="{AD9DFCE4-B57B-41AC-85B4-D7B137AA22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0275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18" name="Text Placeholder 43">
            <a:extLst>
              <a:ext uri="{FF2B5EF4-FFF2-40B4-BE49-F238E27FC236}">
                <a16:creationId xmlns:a16="http://schemas.microsoft.com/office/drawing/2014/main" id="{77751DDC-CE5B-46CC-99BB-D2098F0C40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70682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9" name="Text Placeholder 43">
            <a:extLst>
              <a:ext uri="{FF2B5EF4-FFF2-40B4-BE49-F238E27FC236}">
                <a16:creationId xmlns:a16="http://schemas.microsoft.com/office/drawing/2014/main" id="{854A9599-0E03-4F99-A393-2B726FC1CF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6468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0" name="Text Placeholder 43">
            <a:extLst>
              <a:ext uri="{FF2B5EF4-FFF2-40B4-BE49-F238E27FC236}">
                <a16:creationId xmlns:a16="http://schemas.microsoft.com/office/drawing/2014/main" id="{8A717B5A-B8B7-4B69-B200-CC98D5A8CE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6875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1" name="Text Placeholder 43">
            <a:extLst>
              <a:ext uri="{FF2B5EF4-FFF2-40B4-BE49-F238E27FC236}">
                <a16:creationId xmlns:a16="http://schemas.microsoft.com/office/drawing/2014/main" id="{275E3578-3468-479F-967C-8596161142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82661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D7680D0C-9FF8-4EA2-A750-FD4B1E08B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068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9" name="Text Placeholder 43">
            <a:extLst>
              <a:ext uri="{FF2B5EF4-FFF2-40B4-BE49-F238E27FC236}">
                <a16:creationId xmlns:a16="http://schemas.microsoft.com/office/drawing/2014/main" id="{2174DF87-DD9C-4F26-9739-C96B8CA14E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88854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0" name="Text Placeholder 43">
            <a:extLst>
              <a:ext uri="{FF2B5EF4-FFF2-40B4-BE49-F238E27FC236}">
                <a16:creationId xmlns:a16="http://schemas.microsoft.com/office/drawing/2014/main" id="{6C5C1C35-FF3B-4752-9875-71C26C964E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9261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31" name="Text Placeholder 43">
            <a:extLst>
              <a:ext uri="{FF2B5EF4-FFF2-40B4-BE49-F238E27FC236}">
                <a16:creationId xmlns:a16="http://schemas.microsoft.com/office/drawing/2014/main" id="{A518452F-E319-4DBC-B581-65606C70A8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95047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A4039489-543D-4674-867A-98A71D5E04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95454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</p:spTree>
    <p:extLst>
      <p:ext uri="{BB962C8B-B14F-4D97-AF65-F5344CB8AC3E}">
        <p14:creationId xmlns:p14="http://schemas.microsoft.com/office/powerpoint/2010/main" val="1945745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E7617F-1713-6E46-B84A-8052BACCF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788" y="728663"/>
            <a:ext cx="6958012" cy="39592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8083-FE02-453F-821F-FBDFB3E2432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8" y="5083175"/>
            <a:ext cx="10512425" cy="1117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55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BDFA3C1-F872-0847-9544-A55FC81CE3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47144-F823-49DE-9E9C-B4AF1D0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6475" y="2097088"/>
            <a:ext cx="3995737" cy="102711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E14F4-85CE-49B2-9FE4-DB9D47B886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56475" y="3124200"/>
            <a:ext cx="3995737" cy="307657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34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6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helside og tekst i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DDC61C69-7FAC-EB45-A815-46BB221411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06C54D-ABD6-4B86-9BD8-3EF0CB9405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457575"/>
            <a:ext cx="4583112" cy="27432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89121-44BA-433B-83C4-D11B94CA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073" y="3838188"/>
            <a:ext cx="3884612" cy="901451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D75F25-8BE2-4558-8378-251C0277BC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89074" y="4865300"/>
            <a:ext cx="3884612" cy="102711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076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0084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AC0D0B-6F84-4D31-A25F-04E1D9B501A5}"/>
              </a:ext>
            </a:extLst>
          </p:cNvPr>
          <p:cNvGrpSpPr/>
          <p:nvPr userDrawn="1"/>
        </p:nvGrpSpPr>
        <p:grpSpPr>
          <a:xfrm>
            <a:off x="660300" y="2885033"/>
            <a:ext cx="3312004" cy="3338170"/>
            <a:chOff x="660300" y="2885033"/>
            <a:chExt cx="3312004" cy="333817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FFD3805-A73E-48C5-8D29-6B8002E43B18}"/>
                </a:ext>
              </a:extLst>
            </p:cNvPr>
            <p:cNvSpPr/>
            <p:nvPr/>
          </p:nvSpPr>
          <p:spPr>
            <a:xfrm>
              <a:off x="1395615" y="3633814"/>
              <a:ext cx="2576689" cy="2589389"/>
            </a:xfrm>
            <a:custGeom>
              <a:avLst/>
              <a:gdLst>
                <a:gd name="connsiteX0" fmla="*/ 2576690 w 2576689"/>
                <a:gd name="connsiteY0" fmla="*/ 2589389 h 2589389"/>
                <a:gd name="connsiteX1" fmla="*/ 0 w 2576689"/>
                <a:gd name="connsiteY1" fmla="*/ 2589389 h 2589389"/>
                <a:gd name="connsiteX2" fmla="*/ 0 w 2576689"/>
                <a:gd name="connsiteY2" fmla="*/ 0 h 2589389"/>
                <a:gd name="connsiteX3" fmla="*/ 11599 w 2576689"/>
                <a:gd name="connsiteY3" fmla="*/ 874 h 2589389"/>
                <a:gd name="connsiteX4" fmla="*/ 990588 w 2576689"/>
                <a:gd name="connsiteY4" fmla="*/ 766757 h 2589389"/>
                <a:gd name="connsiteX5" fmla="*/ 2290581 w 2576689"/>
                <a:gd name="connsiteY5" fmla="*/ 2273846 h 2589389"/>
                <a:gd name="connsiteX6" fmla="*/ 2568112 w 2576689"/>
                <a:gd name="connsiteY6" fmla="*/ 2573475 h 2589389"/>
                <a:gd name="connsiteX7" fmla="*/ 21579 w 2576689"/>
                <a:gd name="connsiteY7" fmla="*/ 2567810 h 2589389"/>
                <a:gd name="connsiteX8" fmla="*/ 2540286 w 2576689"/>
                <a:gd name="connsiteY8" fmla="*/ 2567810 h 2589389"/>
                <a:gd name="connsiteX9" fmla="*/ 2278539 w 2576689"/>
                <a:gd name="connsiteY9" fmla="*/ 2291757 h 2589389"/>
                <a:gd name="connsiteX10" fmla="*/ 970832 w 2576689"/>
                <a:gd name="connsiteY10" fmla="*/ 775431 h 2589389"/>
                <a:gd name="connsiteX11" fmla="*/ 21579 w 2576689"/>
                <a:gd name="connsiteY11" fmla="*/ 23273 h 2589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76689" h="2589389">
                  <a:moveTo>
                    <a:pt x="2576690" y="2589389"/>
                  </a:moveTo>
                  <a:lnTo>
                    <a:pt x="0" y="2589389"/>
                  </a:lnTo>
                  <a:lnTo>
                    <a:pt x="0" y="0"/>
                  </a:lnTo>
                  <a:lnTo>
                    <a:pt x="11599" y="874"/>
                  </a:lnTo>
                  <a:cubicBezTo>
                    <a:pt x="516339" y="38983"/>
                    <a:pt x="754230" y="225083"/>
                    <a:pt x="990588" y="766757"/>
                  </a:cubicBezTo>
                  <a:cubicBezTo>
                    <a:pt x="1276956" y="1416219"/>
                    <a:pt x="1653591" y="1852801"/>
                    <a:pt x="2290581" y="2273846"/>
                  </a:cubicBezTo>
                  <a:cubicBezTo>
                    <a:pt x="2412450" y="2357045"/>
                    <a:pt x="2505780" y="2457831"/>
                    <a:pt x="2568112" y="2573475"/>
                  </a:cubicBezTo>
                  <a:close/>
                  <a:moveTo>
                    <a:pt x="21579" y="2567810"/>
                  </a:moveTo>
                  <a:lnTo>
                    <a:pt x="2540286" y="2567810"/>
                  </a:lnTo>
                  <a:cubicBezTo>
                    <a:pt x="2479745" y="2461866"/>
                    <a:pt x="2391776" y="2369065"/>
                    <a:pt x="2278539" y="2291757"/>
                  </a:cubicBezTo>
                  <a:cubicBezTo>
                    <a:pt x="1637935" y="1868327"/>
                    <a:pt x="1259024" y="1428994"/>
                    <a:pt x="970832" y="775431"/>
                  </a:cubicBezTo>
                  <a:cubicBezTo>
                    <a:pt x="740214" y="246921"/>
                    <a:pt x="508538" y="62655"/>
                    <a:pt x="21579" y="23273"/>
                  </a:cubicBezTo>
                  <a:close/>
                </a:path>
              </a:pathLst>
            </a:custGeom>
            <a:solidFill>
              <a:schemeClr val="bg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B77F8E-5EE5-4409-A445-67FC53D39443}"/>
                </a:ext>
              </a:extLst>
            </p:cNvPr>
            <p:cNvSpPr/>
            <p:nvPr/>
          </p:nvSpPr>
          <p:spPr>
            <a:xfrm>
              <a:off x="1901726" y="5383573"/>
              <a:ext cx="727687" cy="626318"/>
            </a:xfrm>
            <a:custGeom>
              <a:avLst/>
              <a:gdLst>
                <a:gd name="connsiteX0" fmla="*/ 363860 w 727687"/>
                <a:gd name="connsiteY0" fmla="*/ 0 h 626318"/>
                <a:gd name="connsiteX1" fmla="*/ 727687 w 727687"/>
                <a:gd name="connsiteY1" fmla="*/ 626318 h 626318"/>
                <a:gd name="connsiteX2" fmla="*/ 0 w 727687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687" h="626318">
                  <a:moveTo>
                    <a:pt x="363860" y="0"/>
                  </a:moveTo>
                  <a:lnTo>
                    <a:pt x="727687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29F0D6-100E-48B8-8537-F06E249EB5EE}"/>
                </a:ext>
              </a:extLst>
            </p:cNvPr>
            <p:cNvSpPr/>
            <p:nvPr/>
          </p:nvSpPr>
          <p:spPr>
            <a:xfrm>
              <a:off x="2408149" y="5383573"/>
              <a:ext cx="727730" cy="626318"/>
            </a:xfrm>
            <a:custGeom>
              <a:avLst/>
              <a:gdLst>
                <a:gd name="connsiteX0" fmla="*/ 363860 w 727730"/>
                <a:gd name="connsiteY0" fmla="*/ 0 h 626318"/>
                <a:gd name="connsiteX1" fmla="*/ 727730 w 727730"/>
                <a:gd name="connsiteY1" fmla="*/ 626318 h 626318"/>
                <a:gd name="connsiteX2" fmla="*/ 0 w 727730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730" h="626318">
                  <a:moveTo>
                    <a:pt x="363860" y="0"/>
                  </a:moveTo>
                  <a:lnTo>
                    <a:pt x="727730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F8AA0-24FF-46DD-861B-53C5A07732F4}"/>
                </a:ext>
              </a:extLst>
            </p:cNvPr>
            <p:cNvSpPr/>
            <p:nvPr/>
          </p:nvSpPr>
          <p:spPr>
            <a:xfrm>
              <a:off x="965548" y="2885033"/>
              <a:ext cx="882294" cy="1860137"/>
            </a:xfrm>
            <a:custGeom>
              <a:avLst/>
              <a:gdLst>
                <a:gd name="connsiteX0" fmla="*/ 882294 w 882294"/>
                <a:gd name="connsiteY0" fmla="*/ 0 h 1860137"/>
                <a:gd name="connsiteX1" fmla="*/ 882294 w 882294"/>
                <a:gd name="connsiteY1" fmla="*/ 0 h 1860137"/>
                <a:gd name="connsiteX2" fmla="*/ 1318 w 882294"/>
                <a:gd name="connsiteY2" fmla="*/ 979162 h 1860137"/>
                <a:gd name="connsiteX3" fmla="*/ 882294 w 882294"/>
                <a:gd name="connsiteY3" fmla="*/ 1860138 h 1860137"/>
                <a:gd name="connsiteX4" fmla="*/ 882294 w 882294"/>
                <a:gd name="connsiteY4" fmla="*/ 0 h 1860137"/>
                <a:gd name="connsiteX5" fmla="*/ 882294 w 882294"/>
                <a:gd name="connsiteY5" fmla="*/ 0 h 1860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2294" h="1860137">
                  <a:moveTo>
                    <a:pt x="882294" y="0"/>
                  </a:moveTo>
                  <a:lnTo>
                    <a:pt x="882294" y="0"/>
                  </a:lnTo>
                  <a:cubicBezTo>
                    <a:pt x="368632" y="27113"/>
                    <a:pt x="-25795" y="465499"/>
                    <a:pt x="1318" y="979162"/>
                  </a:cubicBezTo>
                  <a:cubicBezTo>
                    <a:pt x="26431" y="1454922"/>
                    <a:pt x="406534" y="1835025"/>
                    <a:pt x="882294" y="1860138"/>
                  </a:cubicBezTo>
                  <a:lnTo>
                    <a:pt x="882294" y="0"/>
                  </a:lnTo>
                  <a:lnTo>
                    <a:pt x="882294" y="0"/>
                  </a:lnTo>
                  <a:close/>
                </a:path>
              </a:pathLst>
            </a:custGeom>
            <a:solidFill>
              <a:schemeClr val="accent3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C69646-F568-4729-972C-0E5394F25F80}"/>
                </a:ext>
              </a:extLst>
            </p:cNvPr>
            <p:cNvSpPr/>
            <p:nvPr/>
          </p:nvSpPr>
          <p:spPr>
            <a:xfrm>
              <a:off x="660300" y="4764635"/>
              <a:ext cx="1187542" cy="1247501"/>
            </a:xfrm>
            <a:custGeom>
              <a:avLst/>
              <a:gdLst>
                <a:gd name="connsiteX0" fmla="*/ 1187543 w 1187542"/>
                <a:gd name="connsiteY0" fmla="*/ 1247501 h 1247501"/>
                <a:gd name="connsiteX1" fmla="*/ 1187543 w 1187542"/>
                <a:gd name="connsiteY1" fmla="*/ 1247501 h 1247501"/>
                <a:gd name="connsiteX2" fmla="*/ 1187543 w 1187542"/>
                <a:gd name="connsiteY2" fmla="*/ 0 h 1247501"/>
                <a:gd name="connsiteX3" fmla="*/ 0 w 1187542"/>
                <a:gd name="connsiteY3" fmla="*/ 0 h 1247501"/>
                <a:gd name="connsiteX4" fmla="*/ 0 w 1187542"/>
                <a:gd name="connsiteY4" fmla="*/ 637 h 1247501"/>
                <a:gd name="connsiteX5" fmla="*/ 946469 w 1187542"/>
                <a:gd name="connsiteY5" fmla="*/ 1210935 h 1247501"/>
                <a:gd name="connsiteX6" fmla="*/ 1187542 w 1187542"/>
                <a:gd name="connsiteY6" fmla="*/ 1247501 h 124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7542" h="1247501">
                  <a:moveTo>
                    <a:pt x="1187543" y="1247501"/>
                  </a:moveTo>
                  <a:lnTo>
                    <a:pt x="1187543" y="1247501"/>
                  </a:lnTo>
                  <a:lnTo>
                    <a:pt x="1187543" y="0"/>
                  </a:lnTo>
                  <a:lnTo>
                    <a:pt x="0" y="0"/>
                  </a:lnTo>
                  <a:lnTo>
                    <a:pt x="0" y="637"/>
                  </a:lnTo>
                  <a:cubicBezTo>
                    <a:pt x="2143" y="572850"/>
                    <a:pt x="391645" y="1070926"/>
                    <a:pt x="946469" y="1210935"/>
                  </a:cubicBezTo>
                  <a:cubicBezTo>
                    <a:pt x="1025466" y="1230837"/>
                    <a:pt x="1106197" y="1243083"/>
                    <a:pt x="1187542" y="1247501"/>
                  </a:cubicBezTo>
                  <a:close/>
                </a:path>
              </a:pathLst>
            </a:custGeom>
            <a:solidFill>
              <a:schemeClr val="bg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9531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2A921C-B8BF-4561-8982-2D1A032AA17E}"/>
              </a:ext>
            </a:extLst>
          </p:cNvPr>
          <p:cNvGrpSpPr/>
          <p:nvPr userDrawn="1"/>
        </p:nvGrpSpPr>
        <p:grpSpPr>
          <a:xfrm>
            <a:off x="8730248" y="4495606"/>
            <a:ext cx="2972304" cy="1825959"/>
            <a:chOff x="8730248" y="4495606"/>
            <a:chExt cx="2972304" cy="182595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FB70C33-473A-4FBA-B104-7347AC4ECF1D}"/>
                </a:ext>
              </a:extLst>
            </p:cNvPr>
            <p:cNvSpPr/>
            <p:nvPr/>
          </p:nvSpPr>
          <p:spPr>
            <a:xfrm>
              <a:off x="10524563" y="4846082"/>
              <a:ext cx="874726" cy="1475483"/>
            </a:xfrm>
            <a:custGeom>
              <a:avLst/>
              <a:gdLst>
                <a:gd name="connsiteX0" fmla="*/ 0 w 874726"/>
                <a:gd name="connsiteY0" fmla="*/ 0 h 1475483"/>
                <a:gd name="connsiteX1" fmla="*/ 874726 w 874726"/>
                <a:gd name="connsiteY1" fmla="*/ 0 h 1475483"/>
                <a:gd name="connsiteX2" fmla="*/ 874726 w 874726"/>
                <a:gd name="connsiteY2" fmla="*/ 1475484 h 1475483"/>
                <a:gd name="connsiteX3" fmla="*/ 0 w 874726"/>
                <a:gd name="connsiteY3" fmla="*/ 1475484 h 147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726" h="1475483">
                  <a:moveTo>
                    <a:pt x="0" y="0"/>
                  </a:moveTo>
                  <a:lnTo>
                    <a:pt x="874726" y="0"/>
                  </a:lnTo>
                  <a:lnTo>
                    <a:pt x="874726" y="1475484"/>
                  </a:lnTo>
                  <a:lnTo>
                    <a:pt x="0" y="1475484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AAF6BB-5C96-42D5-BC42-4B3E5BF03DFE}"/>
                </a:ext>
              </a:extLst>
            </p:cNvPr>
            <p:cNvSpPr/>
            <p:nvPr/>
          </p:nvSpPr>
          <p:spPr>
            <a:xfrm>
              <a:off x="9172953" y="5935535"/>
              <a:ext cx="447227" cy="386030"/>
            </a:xfrm>
            <a:custGeom>
              <a:avLst/>
              <a:gdLst>
                <a:gd name="connsiteX0" fmla="*/ 223618 w 447227"/>
                <a:gd name="connsiteY0" fmla="*/ 0 h 386030"/>
                <a:gd name="connsiteX1" fmla="*/ 447227 w 447227"/>
                <a:gd name="connsiteY1" fmla="*/ 386031 h 386030"/>
                <a:gd name="connsiteX2" fmla="*/ 0 w 447227"/>
                <a:gd name="connsiteY2" fmla="*/ 386031 h 38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7227" h="386030">
                  <a:moveTo>
                    <a:pt x="223618" y="0"/>
                  </a:moveTo>
                  <a:lnTo>
                    <a:pt x="447227" y="386031"/>
                  </a:lnTo>
                  <a:lnTo>
                    <a:pt x="0" y="386031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88BC80-2B36-46F4-8583-16176C3379F7}"/>
                </a:ext>
              </a:extLst>
            </p:cNvPr>
            <p:cNvSpPr/>
            <p:nvPr/>
          </p:nvSpPr>
          <p:spPr>
            <a:xfrm>
              <a:off x="8730248" y="4846082"/>
              <a:ext cx="1337151" cy="998350"/>
            </a:xfrm>
            <a:custGeom>
              <a:avLst/>
              <a:gdLst>
                <a:gd name="connsiteX0" fmla="*/ 0 w 1337151"/>
                <a:gd name="connsiteY0" fmla="*/ 0 h 998350"/>
                <a:gd name="connsiteX1" fmla="*/ 1337152 w 1337151"/>
                <a:gd name="connsiteY1" fmla="*/ 0 h 998350"/>
                <a:gd name="connsiteX2" fmla="*/ 1337152 w 1337151"/>
                <a:gd name="connsiteY2" fmla="*/ 998350 h 998350"/>
                <a:gd name="connsiteX3" fmla="*/ 0 w 1337151"/>
                <a:gd name="connsiteY3" fmla="*/ 998350 h 99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7151" h="998350">
                  <a:moveTo>
                    <a:pt x="0" y="0"/>
                  </a:moveTo>
                  <a:lnTo>
                    <a:pt x="1337152" y="0"/>
                  </a:lnTo>
                  <a:lnTo>
                    <a:pt x="1337152" y="998350"/>
                  </a:lnTo>
                  <a:lnTo>
                    <a:pt x="0" y="998350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E2ED06-723E-4085-97AF-63CFA4097EF3}"/>
                </a:ext>
              </a:extLst>
            </p:cNvPr>
            <p:cNvSpPr/>
            <p:nvPr/>
          </p:nvSpPr>
          <p:spPr>
            <a:xfrm>
              <a:off x="9508963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553942-F495-40B9-9482-B2A1AB7C8D5F}"/>
                </a:ext>
              </a:extLst>
            </p:cNvPr>
            <p:cNvSpPr/>
            <p:nvPr/>
          </p:nvSpPr>
          <p:spPr>
            <a:xfrm>
              <a:off x="9915526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E56C9B-D98F-4C6A-8914-230A752FB809}"/>
                </a:ext>
              </a:extLst>
            </p:cNvPr>
            <p:cNvSpPr/>
            <p:nvPr/>
          </p:nvSpPr>
          <p:spPr>
            <a:xfrm>
              <a:off x="10367267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9BF9855-E9D6-4881-B7AB-23E8BB560929}"/>
                </a:ext>
              </a:extLst>
            </p:cNvPr>
            <p:cNvSpPr/>
            <p:nvPr userDrawn="1"/>
          </p:nvSpPr>
          <p:spPr>
            <a:xfrm>
              <a:off x="10810182" y="4495606"/>
              <a:ext cx="892370" cy="1493120"/>
            </a:xfrm>
            <a:custGeom>
              <a:avLst/>
              <a:gdLst>
                <a:gd name="connsiteX0" fmla="*/ 892371 w 892370"/>
                <a:gd name="connsiteY0" fmla="*/ 1493120 h 1493120"/>
                <a:gd name="connsiteX1" fmla="*/ 0 w 892370"/>
                <a:gd name="connsiteY1" fmla="*/ 1493120 h 1493120"/>
                <a:gd name="connsiteX2" fmla="*/ 0 w 892370"/>
                <a:gd name="connsiteY2" fmla="*/ 0 h 1493120"/>
                <a:gd name="connsiteX3" fmla="*/ 892371 w 892370"/>
                <a:gd name="connsiteY3" fmla="*/ 0 h 1493120"/>
                <a:gd name="connsiteX4" fmla="*/ 40229 w 892370"/>
                <a:gd name="connsiteY4" fmla="*/ 1452891 h 1493120"/>
                <a:gd name="connsiteX5" fmla="*/ 852142 w 892370"/>
                <a:gd name="connsiteY5" fmla="*/ 1452891 h 1493120"/>
                <a:gd name="connsiteX6" fmla="*/ 852142 w 892370"/>
                <a:gd name="connsiteY6" fmla="*/ 40229 h 1493120"/>
                <a:gd name="connsiteX7" fmla="*/ 40229 w 892370"/>
                <a:gd name="connsiteY7" fmla="*/ 40229 h 14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370" h="1493120">
                  <a:moveTo>
                    <a:pt x="892371" y="1493120"/>
                  </a:moveTo>
                  <a:lnTo>
                    <a:pt x="0" y="1493120"/>
                  </a:lnTo>
                  <a:lnTo>
                    <a:pt x="0" y="0"/>
                  </a:lnTo>
                  <a:lnTo>
                    <a:pt x="892371" y="0"/>
                  </a:lnTo>
                  <a:close/>
                  <a:moveTo>
                    <a:pt x="40229" y="1452891"/>
                  </a:moveTo>
                  <a:lnTo>
                    <a:pt x="852142" y="1452891"/>
                  </a:lnTo>
                  <a:lnTo>
                    <a:pt x="852142" y="40229"/>
                  </a:lnTo>
                  <a:lnTo>
                    <a:pt x="40229" y="40229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452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91F02B-B53B-4219-A213-FA244B1B9DF2}"/>
              </a:ext>
            </a:extLst>
          </p:cNvPr>
          <p:cNvGrpSpPr/>
          <p:nvPr userDrawn="1"/>
        </p:nvGrpSpPr>
        <p:grpSpPr>
          <a:xfrm>
            <a:off x="-193141" y="4703130"/>
            <a:ext cx="3851014" cy="2239479"/>
            <a:chOff x="-193141" y="4703130"/>
            <a:chExt cx="3851014" cy="2239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DA9B97-14EE-4EFC-82F6-A0C048F043E8}"/>
                </a:ext>
              </a:extLst>
            </p:cNvPr>
            <p:cNvSpPr/>
            <p:nvPr/>
          </p:nvSpPr>
          <p:spPr>
            <a:xfrm>
              <a:off x="1076598" y="4703130"/>
              <a:ext cx="2581275" cy="2235450"/>
            </a:xfrm>
            <a:custGeom>
              <a:avLst/>
              <a:gdLst>
                <a:gd name="connsiteX0" fmla="*/ 2581275 w 2581275"/>
                <a:gd name="connsiteY0" fmla="*/ 2235451 h 2235450"/>
                <a:gd name="connsiteX1" fmla="*/ 0 w 2581275"/>
                <a:gd name="connsiteY1" fmla="*/ 2235451 h 2235450"/>
                <a:gd name="connsiteX2" fmla="*/ 1290638 w 2581275"/>
                <a:gd name="connsiteY2" fmla="*/ 0 h 2235450"/>
                <a:gd name="connsiteX3" fmla="*/ 16507 w 2581275"/>
                <a:gd name="connsiteY3" fmla="*/ 2225926 h 2235450"/>
                <a:gd name="connsiteX4" fmla="*/ 2564778 w 2581275"/>
                <a:gd name="connsiteY4" fmla="*/ 2225926 h 2235450"/>
                <a:gd name="connsiteX5" fmla="*/ 1290638 w 2581275"/>
                <a:gd name="connsiteY5" fmla="*/ 19050 h 223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1275" h="2235450">
                  <a:moveTo>
                    <a:pt x="2581275" y="2235451"/>
                  </a:moveTo>
                  <a:lnTo>
                    <a:pt x="0" y="2235451"/>
                  </a:lnTo>
                  <a:lnTo>
                    <a:pt x="1290638" y="0"/>
                  </a:lnTo>
                  <a:close/>
                  <a:moveTo>
                    <a:pt x="16507" y="2225926"/>
                  </a:moveTo>
                  <a:lnTo>
                    <a:pt x="2564778" y="2225926"/>
                  </a:lnTo>
                  <a:lnTo>
                    <a:pt x="1290638" y="1905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F77E99-435F-4373-904A-0B8840F0B5F4}"/>
                </a:ext>
              </a:extLst>
            </p:cNvPr>
            <p:cNvSpPr/>
            <p:nvPr/>
          </p:nvSpPr>
          <p:spPr>
            <a:xfrm>
              <a:off x="1577870" y="5551293"/>
              <a:ext cx="1378371" cy="1391136"/>
            </a:xfrm>
            <a:custGeom>
              <a:avLst/>
              <a:gdLst>
                <a:gd name="connsiteX0" fmla="*/ 0 w 1378371"/>
                <a:gd name="connsiteY0" fmla="*/ 0 h 1391136"/>
                <a:gd name="connsiteX1" fmla="*/ 521513 w 1378371"/>
                <a:gd name="connsiteY1" fmla="*/ 411318 h 1391136"/>
                <a:gd name="connsiteX2" fmla="*/ 1233230 w 1378371"/>
                <a:gd name="connsiteY2" fmla="*/ 1236583 h 1391136"/>
                <a:gd name="connsiteX3" fmla="*/ 1378372 w 1378371"/>
                <a:gd name="connsiteY3" fmla="*/ 1391136 h 1391136"/>
                <a:gd name="connsiteX4" fmla="*/ 0 w 1378371"/>
                <a:gd name="connsiteY4" fmla="*/ 1391136 h 139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8371" h="1391136">
                  <a:moveTo>
                    <a:pt x="0" y="0"/>
                  </a:moveTo>
                  <a:cubicBezTo>
                    <a:pt x="267995" y="21079"/>
                    <a:pt x="395078" y="121520"/>
                    <a:pt x="521513" y="411318"/>
                  </a:cubicBezTo>
                  <a:cubicBezTo>
                    <a:pt x="678380" y="766972"/>
                    <a:pt x="884501" y="1006126"/>
                    <a:pt x="1233230" y="1236583"/>
                  </a:cubicBezTo>
                  <a:cubicBezTo>
                    <a:pt x="1292984" y="1276098"/>
                    <a:pt x="1342684" y="1329021"/>
                    <a:pt x="1378372" y="1391136"/>
                  </a:cubicBezTo>
                  <a:lnTo>
                    <a:pt x="0" y="139113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4B90A55-43F2-44C4-8FA8-6B258D4852E8}"/>
                </a:ext>
              </a:extLst>
            </p:cNvPr>
            <p:cNvSpPr/>
            <p:nvPr/>
          </p:nvSpPr>
          <p:spPr>
            <a:xfrm>
              <a:off x="-193141" y="4721446"/>
              <a:ext cx="2564777" cy="2221163"/>
            </a:xfrm>
            <a:custGeom>
              <a:avLst/>
              <a:gdLst>
                <a:gd name="connsiteX0" fmla="*/ 1282389 w 2564777"/>
                <a:gd name="connsiteY0" fmla="*/ 2221163 h 2221163"/>
                <a:gd name="connsiteX1" fmla="*/ 0 w 2564777"/>
                <a:gd name="connsiteY1" fmla="*/ 2221163 h 2221163"/>
                <a:gd name="connsiteX2" fmla="*/ 641194 w 2564777"/>
                <a:gd name="connsiteY2" fmla="*/ 1110577 h 2221163"/>
                <a:gd name="connsiteX3" fmla="*/ 1282389 w 2564777"/>
                <a:gd name="connsiteY3" fmla="*/ 0 h 2221163"/>
                <a:gd name="connsiteX4" fmla="*/ 1923583 w 2564777"/>
                <a:gd name="connsiteY4" fmla="*/ 1110577 h 2221163"/>
                <a:gd name="connsiteX5" fmla="*/ 2564778 w 2564777"/>
                <a:gd name="connsiteY5" fmla="*/ 2221163 h 2221163"/>
                <a:gd name="connsiteX6" fmla="*/ 1282389 w 2564777"/>
                <a:gd name="connsiteY6" fmla="*/ 2221163 h 222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4777" h="2221163">
                  <a:moveTo>
                    <a:pt x="1282389" y="2221163"/>
                  </a:moveTo>
                  <a:lnTo>
                    <a:pt x="0" y="2221163"/>
                  </a:lnTo>
                  <a:lnTo>
                    <a:pt x="641194" y="1110577"/>
                  </a:lnTo>
                  <a:lnTo>
                    <a:pt x="1282389" y="0"/>
                  </a:lnTo>
                  <a:lnTo>
                    <a:pt x="1923583" y="1110577"/>
                  </a:lnTo>
                  <a:lnTo>
                    <a:pt x="2564778" y="2221163"/>
                  </a:lnTo>
                  <a:lnTo>
                    <a:pt x="1282389" y="222116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610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678B2A-2F48-4D27-93CA-F25ECA71B716}"/>
              </a:ext>
            </a:extLst>
          </p:cNvPr>
          <p:cNvGrpSpPr/>
          <p:nvPr userDrawn="1"/>
        </p:nvGrpSpPr>
        <p:grpSpPr>
          <a:xfrm>
            <a:off x="553506" y="4275628"/>
            <a:ext cx="3020870" cy="2292828"/>
            <a:chOff x="553506" y="4275628"/>
            <a:chExt cx="3020870" cy="229282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CD9FC8-2928-4A44-8CD6-48ACDB02C858}"/>
                </a:ext>
              </a:extLst>
            </p:cNvPr>
            <p:cNvSpPr/>
            <p:nvPr userDrawn="1"/>
          </p:nvSpPr>
          <p:spPr>
            <a:xfrm>
              <a:off x="2731107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6A6FA39-8755-4AD9-9AC7-36CB646BBCDB}"/>
                </a:ext>
              </a:extLst>
            </p:cNvPr>
            <p:cNvSpPr/>
            <p:nvPr userDrawn="1"/>
          </p:nvSpPr>
          <p:spPr>
            <a:xfrm>
              <a:off x="2144286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EE18E7-8CC1-45D9-9E6D-94675A6D04AC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8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8"/>
                  </a:moveTo>
                  <a:lnTo>
                    <a:pt x="1596046" y="1750763"/>
                  </a:lnTo>
                  <a:cubicBezTo>
                    <a:pt x="1583472" y="1623166"/>
                    <a:pt x="1519749" y="1509891"/>
                    <a:pt x="1391405" y="1424617"/>
                  </a:cubicBezTo>
                  <a:cubicBezTo>
                    <a:pt x="303983" y="701128"/>
                    <a:pt x="822156" y="30813"/>
                    <a:pt x="0" y="0"/>
                  </a:cubicBezTo>
                  <a:close/>
                </a:path>
              </a:pathLst>
            </a:custGeom>
            <a:solidFill>
              <a:srgbClr val="1D43C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C3C6A5D-2EAC-4E0C-851F-F5AFA7FFE4B4}"/>
                </a:ext>
              </a:extLst>
            </p:cNvPr>
            <p:cNvSpPr/>
            <p:nvPr userDrawn="1"/>
          </p:nvSpPr>
          <p:spPr>
            <a:xfrm>
              <a:off x="2261358" y="5121669"/>
              <a:ext cx="1142748" cy="569248"/>
            </a:xfrm>
            <a:custGeom>
              <a:avLst/>
              <a:gdLst>
                <a:gd name="connsiteX0" fmla="*/ 8 w 1142748"/>
                <a:gd name="connsiteY0" fmla="*/ 0 h 569248"/>
                <a:gd name="connsiteX1" fmla="*/ 1142749 w 1142748"/>
                <a:gd name="connsiteY1" fmla="*/ 0 h 569248"/>
                <a:gd name="connsiteX2" fmla="*/ 569244 w 1142748"/>
                <a:gd name="connsiteY2" fmla="*/ 569244 h 569248"/>
                <a:gd name="connsiteX3" fmla="*/ 0 w 1142748"/>
                <a:gd name="connsiteY3" fmla="*/ 0 h 5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2748" h="569248">
                  <a:moveTo>
                    <a:pt x="8" y="0"/>
                  </a:moveTo>
                  <a:lnTo>
                    <a:pt x="1142749" y="0"/>
                  </a:lnTo>
                  <a:cubicBezTo>
                    <a:pt x="1141572" y="315561"/>
                    <a:pt x="884806" y="570420"/>
                    <a:pt x="569244" y="569244"/>
                  </a:cubicBezTo>
                  <a:cubicBezTo>
                    <a:pt x="255345" y="568074"/>
                    <a:pt x="1170" y="3138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04C87B-AF0D-4CA8-9EF0-3E415581B6D5}"/>
                </a:ext>
              </a:extLst>
            </p:cNvPr>
            <p:cNvSpPr/>
            <p:nvPr userDrawn="1"/>
          </p:nvSpPr>
          <p:spPr>
            <a:xfrm>
              <a:off x="2258379" y="5118722"/>
              <a:ext cx="1148706" cy="577296"/>
            </a:xfrm>
            <a:custGeom>
              <a:avLst/>
              <a:gdLst>
                <a:gd name="connsiteX0" fmla="*/ 574365 w 1148706"/>
                <a:gd name="connsiteY0" fmla="*/ 577296 h 577296"/>
                <a:gd name="connsiteX1" fmla="*/ 0 w 1148706"/>
                <a:gd name="connsiteY1" fmla="*/ 2979 h 577296"/>
                <a:gd name="connsiteX2" fmla="*/ 2947 w 1148706"/>
                <a:gd name="connsiteY2" fmla="*/ 2979 h 577296"/>
                <a:gd name="connsiteX3" fmla="*/ 2947 w 1148706"/>
                <a:gd name="connsiteY3" fmla="*/ 0 h 577296"/>
                <a:gd name="connsiteX4" fmla="*/ 1148706 w 1148706"/>
                <a:gd name="connsiteY4" fmla="*/ 0 h 577296"/>
                <a:gd name="connsiteX5" fmla="*/ 1148706 w 1148706"/>
                <a:gd name="connsiteY5" fmla="*/ 2979 h 577296"/>
                <a:gd name="connsiteX6" fmla="*/ 574365 w 1148706"/>
                <a:gd name="connsiteY6" fmla="*/ 577296 h 577296"/>
                <a:gd name="connsiteX7" fmla="*/ 5965 w 1148706"/>
                <a:gd name="connsiteY7" fmla="*/ 5966 h 577296"/>
                <a:gd name="connsiteX8" fmla="*/ 576478 w 1148706"/>
                <a:gd name="connsiteY8" fmla="*/ 572228 h 577296"/>
                <a:gd name="connsiteX9" fmla="*/ 1142741 w 1148706"/>
                <a:gd name="connsiteY9" fmla="*/ 5966 h 5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8706" h="577296">
                  <a:moveTo>
                    <a:pt x="574365" y="577296"/>
                  </a:moveTo>
                  <a:cubicBezTo>
                    <a:pt x="257318" y="576942"/>
                    <a:pt x="381" y="320026"/>
                    <a:pt x="0" y="2979"/>
                  </a:cubicBezTo>
                  <a:lnTo>
                    <a:pt x="2947" y="2979"/>
                  </a:lnTo>
                  <a:lnTo>
                    <a:pt x="2947" y="0"/>
                  </a:lnTo>
                  <a:lnTo>
                    <a:pt x="1148706" y="0"/>
                  </a:lnTo>
                  <a:lnTo>
                    <a:pt x="1148706" y="2979"/>
                  </a:lnTo>
                  <a:cubicBezTo>
                    <a:pt x="1148330" y="320019"/>
                    <a:pt x="891405" y="576933"/>
                    <a:pt x="574365" y="577296"/>
                  </a:cubicBezTo>
                  <a:close/>
                  <a:moveTo>
                    <a:pt x="5965" y="5966"/>
                  </a:moveTo>
                  <a:cubicBezTo>
                    <a:pt x="7139" y="319878"/>
                    <a:pt x="262566" y="573402"/>
                    <a:pt x="576478" y="572228"/>
                  </a:cubicBezTo>
                  <a:cubicBezTo>
                    <a:pt x="888732" y="571061"/>
                    <a:pt x="1141573" y="318219"/>
                    <a:pt x="1142741" y="5966"/>
                  </a:cubicBezTo>
                  <a:close/>
                </a:path>
              </a:pathLst>
            </a:custGeom>
            <a:solidFill>
              <a:srgbClr val="FBAC6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905877-2A9A-461C-9C7A-17DBCB0BB485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0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0"/>
                  </a:moveTo>
                  <a:lnTo>
                    <a:pt x="1596046" y="1750763"/>
                  </a:lnTo>
                  <a:cubicBezTo>
                    <a:pt x="1583472" y="1623166"/>
                    <a:pt x="1519749" y="1509883"/>
                    <a:pt x="1391405" y="1424617"/>
                  </a:cubicBezTo>
                  <a:cubicBezTo>
                    <a:pt x="303983" y="701120"/>
                    <a:pt x="822156" y="3081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4891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83404B-9696-4894-8EBB-5A5ADB66B4C6}"/>
              </a:ext>
            </a:extLst>
          </p:cNvPr>
          <p:cNvGrpSpPr/>
          <p:nvPr userDrawn="1"/>
        </p:nvGrpSpPr>
        <p:grpSpPr>
          <a:xfrm>
            <a:off x="1002014" y="668472"/>
            <a:ext cx="2173294" cy="2346804"/>
            <a:chOff x="1002014" y="668472"/>
            <a:chExt cx="2173294" cy="234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5853E15-4F9F-40AD-AC61-5A3023E3CE69}"/>
                </a:ext>
              </a:extLst>
            </p:cNvPr>
            <p:cNvSpPr/>
            <p:nvPr userDrawn="1"/>
          </p:nvSpPr>
          <p:spPr>
            <a:xfrm>
              <a:off x="1769489" y="953964"/>
              <a:ext cx="393799" cy="393799"/>
            </a:xfrm>
            <a:custGeom>
              <a:avLst/>
              <a:gdLst>
                <a:gd name="connsiteX0" fmla="*/ 393799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799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799" y="196900"/>
                  </a:moveTo>
                  <a:cubicBezTo>
                    <a:pt x="393799" y="305644"/>
                    <a:pt x="305644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4" y="0"/>
                    <a:pt x="393799" y="88155"/>
                    <a:pt x="393799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ACC864-1604-4E31-BB73-59849F948F41}"/>
                </a:ext>
              </a:extLst>
            </p:cNvPr>
            <p:cNvSpPr/>
            <p:nvPr userDrawn="1"/>
          </p:nvSpPr>
          <p:spPr>
            <a:xfrm>
              <a:off x="2781509" y="1734600"/>
              <a:ext cx="393799" cy="393799"/>
            </a:xfrm>
            <a:custGeom>
              <a:avLst/>
              <a:gdLst>
                <a:gd name="connsiteX0" fmla="*/ 393800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800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800" y="196900"/>
                  </a:moveTo>
                  <a:cubicBezTo>
                    <a:pt x="393800" y="305644"/>
                    <a:pt x="305645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5" y="0"/>
                    <a:pt x="393800" y="88155"/>
                    <a:pt x="393800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6D2472-5715-45F4-88D6-068E73038E62}"/>
                </a:ext>
              </a:extLst>
            </p:cNvPr>
            <p:cNvSpPr/>
            <p:nvPr userDrawn="1"/>
          </p:nvSpPr>
          <p:spPr>
            <a:xfrm>
              <a:off x="1845032" y="668472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2ED72A7-C4EB-4B09-B530-ACD057C2B22F}"/>
                </a:ext>
              </a:extLst>
            </p:cNvPr>
            <p:cNvSpPr/>
            <p:nvPr userDrawn="1"/>
          </p:nvSpPr>
          <p:spPr>
            <a:xfrm>
              <a:off x="2857052" y="1449107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95C42C-FD55-40FB-A002-AC953099CD99}"/>
                </a:ext>
              </a:extLst>
            </p:cNvPr>
            <p:cNvSpPr/>
            <p:nvPr userDrawn="1"/>
          </p:nvSpPr>
          <p:spPr>
            <a:xfrm>
              <a:off x="1002014" y="1086526"/>
              <a:ext cx="1928750" cy="1928750"/>
            </a:xfrm>
            <a:custGeom>
              <a:avLst/>
              <a:gdLst>
                <a:gd name="connsiteX0" fmla="*/ 1928750 w 1928750"/>
                <a:gd name="connsiteY0" fmla="*/ 964375 h 1928750"/>
                <a:gd name="connsiteX1" fmla="*/ 964375 w 1928750"/>
                <a:gd name="connsiteY1" fmla="*/ 1928751 h 1928750"/>
                <a:gd name="connsiteX2" fmla="*/ 0 w 1928750"/>
                <a:gd name="connsiteY2" fmla="*/ 964375 h 1928750"/>
                <a:gd name="connsiteX3" fmla="*/ 964375 w 1928750"/>
                <a:gd name="connsiteY3" fmla="*/ 0 h 1928750"/>
                <a:gd name="connsiteX4" fmla="*/ 1928750 w 1928750"/>
                <a:gd name="connsiteY4" fmla="*/ 964375 h 19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8750" h="1928750">
                  <a:moveTo>
                    <a:pt x="1928750" y="964375"/>
                  </a:moveTo>
                  <a:cubicBezTo>
                    <a:pt x="1928750" y="1496985"/>
                    <a:pt x="1496985" y="1928751"/>
                    <a:pt x="964375" y="1928751"/>
                  </a:cubicBezTo>
                  <a:cubicBezTo>
                    <a:pt x="431765" y="1928751"/>
                    <a:pt x="0" y="1496985"/>
                    <a:pt x="0" y="964375"/>
                  </a:cubicBezTo>
                  <a:cubicBezTo>
                    <a:pt x="0" y="431765"/>
                    <a:pt x="431765" y="0"/>
                    <a:pt x="964375" y="0"/>
                  </a:cubicBezTo>
                  <a:cubicBezTo>
                    <a:pt x="1496985" y="0"/>
                    <a:pt x="1928750" y="431765"/>
                    <a:pt x="1928750" y="964375"/>
                  </a:cubicBezTo>
                  <a:close/>
                </a:path>
              </a:pathLst>
            </a:custGeom>
            <a:solidFill>
              <a:schemeClr val="accent4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781C5F-5BA1-4BE6-8892-0AF3185F8E32}"/>
                </a:ext>
              </a:extLst>
            </p:cNvPr>
            <p:cNvSpPr/>
            <p:nvPr userDrawn="1"/>
          </p:nvSpPr>
          <p:spPr>
            <a:xfrm>
              <a:off x="1966408" y="1617868"/>
              <a:ext cx="392279" cy="412110"/>
            </a:xfrm>
            <a:custGeom>
              <a:avLst/>
              <a:gdLst>
                <a:gd name="connsiteX0" fmla="*/ 392279 w 392279"/>
                <a:gd name="connsiteY0" fmla="*/ 0 h 412110"/>
                <a:gd name="connsiteX1" fmla="*/ 392279 w 392279"/>
                <a:gd name="connsiteY1" fmla="*/ 0 h 412110"/>
                <a:gd name="connsiteX2" fmla="*/ 392279 w 392279"/>
                <a:gd name="connsiteY2" fmla="*/ 412110 h 412110"/>
                <a:gd name="connsiteX3" fmla="*/ 0 w 392279"/>
                <a:gd name="connsiteY3" fmla="*/ 412110 h 412110"/>
                <a:gd name="connsiteX4" fmla="*/ 0 w 392279"/>
                <a:gd name="connsiteY4" fmla="*/ 411902 h 412110"/>
                <a:gd name="connsiteX5" fmla="*/ 312638 w 392279"/>
                <a:gd name="connsiteY5" fmla="*/ 12062 h 412110"/>
                <a:gd name="connsiteX6" fmla="*/ 392279 w 392279"/>
                <a:gd name="connsiteY6" fmla="*/ 0 h 412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2279" h="412110">
                  <a:moveTo>
                    <a:pt x="392279" y="0"/>
                  </a:moveTo>
                  <a:lnTo>
                    <a:pt x="392279" y="0"/>
                  </a:lnTo>
                  <a:lnTo>
                    <a:pt x="392279" y="412110"/>
                  </a:lnTo>
                  <a:lnTo>
                    <a:pt x="0" y="412110"/>
                  </a:lnTo>
                  <a:lnTo>
                    <a:pt x="0" y="411902"/>
                  </a:lnTo>
                  <a:cubicBezTo>
                    <a:pt x="703" y="222876"/>
                    <a:pt x="129360" y="58333"/>
                    <a:pt x="312638" y="12062"/>
                  </a:cubicBezTo>
                  <a:cubicBezTo>
                    <a:pt x="338736" y="5495"/>
                    <a:pt x="365407" y="1456"/>
                    <a:pt x="392279" y="0"/>
                  </a:cubicBezTo>
                  <a:close/>
                </a:path>
              </a:pathLst>
            </a:custGeom>
            <a:solidFill>
              <a:schemeClr val="accent3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E3703D7-8338-4B96-913A-F1BA7ABBEAAB}"/>
                </a:ext>
              </a:extLst>
            </p:cNvPr>
            <p:cNvSpPr/>
            <p:nvPr userDrawn="1"/>
          </p:nvSpPr>
          <p:spPr>
            <a:xfrm>
              <a:off x="1405446" y="1518941"/>
              <a:ext cx="711866" cy="779154"/>
            </a:xfrm>
            <a:custGeom>
              <a:avLst/>
              <a:gdLst>
                <a:gd name="connsiteX0" fmla="*/ 711867 w 711866"/>
                <a:gd name="connsiteY0" fmla="*/ 779155 h 779154"/>
                <a:gd name="connsiteX1" fmla="*/ 705131 w 711866"/>
                <a:gd name="connsiteY1" fmla="*/ 778901 h 779154"/>
                <a:gd name="connsiteX2" fmla="*/ 437514 w 711866"/>
                <a:gd name="connsiteY2" fmla="*/ 574408 h 779154"/>
                <a:gd name="connsiteX3" fmla="*/ 93107 w 711866"/>
                <a:gd name="connsiteY3" fmla="*/ 154594 h 779154"/>
                <a:gd name="connsiteX4" fmla="*/ 708 w 711866"/>
                <a:gd name="connsiteY4" fmla="*/ 7145 h 779154"/>
                <a:gd name="connsiteX5" fmla="*/ 0 w 711866"/>
                <a:gd name="connsiteY5" fmla="*/ 0 h 779154"/>
                <a:gd name="connsiteX6" fmla="*/ 711867 w 711866"/>
                <a:gd name="connsiteY6" fmla="*/ 0 h 779154"/>
                <a:gd name="connsiteX7" fmla="*/ 14453 w 711866"/>
                <a:gd name="connsiteY7" fmla="*/ 12965 h 779154"/>
                <a:gd name="connsiteX8" fmla="*/ 100291 w 711866"/>
                <a:gd name="connsiteY8" fmla="*/ 143747 h 779154"/>
                <a:gd name="connsiteX9" fmla="*/ 449486 w 711866"/>
                <a:gd name="connsiteY9" fmla="*/ 569381 h 779154"/>
                <a:gd name="connsiteX10" fmla="*/ 698876 w 711866"/>
                <a:gd name="connsiteY10" fmla="*/ 765631 h 779154"/>
                <a:gd name="connsiteX11" fmla="*/ 698876 w 711866"/>
                <a:gd name="connsiteY11" fmla="*/ 12965 h 77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1866" h="779154">
                  <a:moveTo>
                    <a:pt x="711867" y="779155"/>
                  </a:moveTo>
                  <a:lnTo>
                    <a:pt x="705131" y="778901"/>
                  </a:lnTo>
                  <a:cubicBezTo>
                    <a:pt x="519813" y="771964"/>
                    <a:pt x="485289" y="689094"/>
                    <a:pt x="437514" y="574408"/>
                  </a:cubicBezTo>
                  <a:cubicBezTo>
                    <a:pt x="391117" y="463068"/>
                    <a:pt x="327577" y="310591"/>
                    <a:pt x="93107" y="154594"/>
                  </a:cubicBezTo>
                  <a:cubicBezTo>
                    <a:pt x="37811" y="117842"/>
                    <a:pt x="6716" y="68203"/>
                    <a:pt x="708" y="7145"/>
                  </a:cubicBezTo>
                  <a:lnTo>
                    <a:pt x="0" y="0"/>
                  </a:lnTo>
                  <a:lnTo>
                    <a:pt x="711867" y="0"/>
                  </a:lnTo>
                  <a:close/>
                  <a:moveTo>
                    <a:pt x="14453" y="12965"/>
                  </a:moveTo>
                  <a:cubicBezTo>
                    <a:pt x="21728" y="66742"/>
                    <a:pt x="50574" y="110710"/>
                    <a:pt x="100291" y="143747"/>
                  </a:cubicBezTo>
                  <a:cubicBezTo>
                    <a:pt x="338029" y="301933"/>
                    <a:pt x="402458" y="456507"/>
                    <a:pt x="449486" y="569381"/>
                  </a:cubicBezTo>
                  <a:cubicBezTo>
                    <a:pt x="496514" y="682254"/>
                    <a:pt x="527803" y="757356"/>
                    <a:pt x="698876" y="765631"/>
                  </a:cubicBezTo>
                  <a:lnTo>
                    <a:pt x="698876" y="12965"/>
                  </a:lnTo>
                  <a:close/>
                </a:path>
              </a:pathLst>
            </a:custGeom>
            <a:solidFill>
              <a:schemeClr val="tx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148ACA4-6A84-45D4-B1D3-5C0C4293D02A}"/>
                </a:ext>
              </a:extLst>
            </p:cNvPr>
            <p:cNvSpPr/>
            <p:nvPr userDrawn="1"/>
          </p:nvSpPr>
          <p:spPr>
            <a:xfrm>
              <a:off x="2206542" y="2150283"/>
              <a:ext cx="487095" cy="511706"/>
            </a:xfrm>
            <a:custGeom>
              <a:avLst/>
              <a:gdLst>
                <a:gd name="connsiteX0" fmla="*/ 0 w 487095"/>
                <a:gd name="connsiteY0" fmla="*/ 511707 h 511706"/>
                <a:gd name="connsiteX1" fmla="*/ 0 w 487095"/>
                <a:gd name="connsiteY1" fmla="*/ 511707 h 511706"/>
                <a:gd name="connsiteX2" fmla="*/ 0 w 487095"/>
                <a:gd name="connsiteY2" fmla="*/ 0 h 511706"/>
                <a:gd name="connsiteX3" fmla="*/ 487095 w 487095"/>
                <a:gd name="connsiteY3" fmla="*/ 0 h 511706"/>
                <a:gd name="connsiteX4" fmla="*/ 487095 w 487095"/>
                <a:gd name="connsiteY4" fmla="*/ 260 h 511706"/>
                <a:gd name="connsiteX5" fmla="*/ 98888 w 487095"/>
                <a:gd name="connsiteY5" fmla="*/ 496702 h 511706"/>
                <a:gd name="connsiteX6" fmla="*/ 0 w 487095"/>
                <a:gd name="connsiteY6" fmla="*/ 511707 h 51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7095" h="511706">
                  <a:moveTo>
                    <a:pt x="0" y="511707"/>
                  </a:moveTo>
                  <a:lnTo>
                    <a:pt x="0" y="511707"/>
                  </a:lnTo>
                  <a:lnTo>
                    <a:pt x="0" y="0"/>
                  </a:lnTo>
                  <a:lnTo>
                    <a:pt x="487095" y="0"/>
                  </a:lnTo>
                  <a:lnTo>
                    <a:pt x="487095" y="260"/>
                  </a:lnTo>
                  <a:cubicBezTo>
                    <a:pt x="486219" y="234967"/>
                    <a:pt x="326461" y="439267"/>
                    <a:pt x="98888" y="496702"/>
                  </a:cubicBezTo>
                  <a:cubicBezTo>
                    <a:pt x="66484" y="504868"/>
                    <a:pt x="33368" y="509893"/>
                    <a:pt x="0" y="511707"/>
                  </a:cubicBez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E08FF9-CB1A-4976-8A44-7E36B0ECFFB2}"/>
                </a:ext>
              </a:extLst>
            </p:cNvPr>
            <p:cNvSpPr/>
            <p:nvPr userDrawn="1"/>
          </p:nvSpPr>
          <p:spPr>
            <a:xfrm>
              <a:off x="1426582" y="2309249"/>
              <a:ext cx="352779" cy="155152"/>
            </a:xfrm>
            <a:custGeom>
              <a:avLst/>
              <a:gdLst>
                <a:gd name="connsiteX0" fmla="*/ 0 w 352779"/>
                <a:gd name="connsiteY0" fmla="*/ 0 h 155152"/>
                <a:gd name="connsiteX1" fmla="*/ 352780 w 352779"/>
                <a:gd name="connsiteY1" fmla="*/ 0 h 155152"/>
                <a:gd name="connsiteX2" fmla="*/ 352780 w 352779"/>
                <a:gd name="connsiteY2" fmla="*/ 155153 h 155152"/>
                <a:gd name="connsiteX3" fmla="*/ 0 w 352779"/>
                <a:gd name="connsiteY3" fmla="*/ 155153 h 155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155152">
                  <a:moveTo>
                    <a:pt x="0" y="0"/>
                  </a:moveTo>
                  <a:lnTo>
                    <a:pt x="352780" y="0"/>
                  </a:lnTo>
                  <a:lnTo>
                    <a:pt x="352780" y="155153"/>
                  </a:lnTo>
                  <a:lnTo>
                    <a:pt x="0" y="155153"/>
                  </a:ln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155C04-0C27-41D9-ADA1-B02E1F7EAA82}"/>
                </a:ext>
              </a:extLst>
            </p:cNvPr>
            <p:cNvSpPr/>
            <p:nvPr userDrawn="1"/>
          </p:nvSpPr>
          <p:spPr>
            <a:xfrm>
              <a:off x="1799076" y="2309463"/>
              <a:ext cx="134360" cy="154769"/>
            </a:xfrm>
            <a:custGeom>
              <a:avLst/>
              <a:gdLst>
                <a:gd name="connsiteX0" fmla="*/ 221 w 134360"/>
                <a:gd name="connsiteY0" fmla="*/ 154770 h 154769"/>
                <a:gd name="connsiteX1" fmla="*/ 0 w 134360"/>
                <a:gd name="connsiteY1" fmla="*/ 0 h 154769"/>
                <a:gd name="connsiteX2" fmla="*/ 134360 w 134360"/>
                <a:gd name="connsiteY2" fmla="*/ 77577 h 15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360" h="154769">
                  <a:moveTo>
                    <a:pt x="221" y="154770"/>
                  </a:moveTo>
                  <a:lnTo>
                    <a:pt x="0" y="0"/>
                  </a:lnTo>
                  <a:lnTo>
                    <a:pt x="134360" y="77577"/>
                  </a:lnTo>
                  <a:close/>
                </a:path>
              </a:pathLst>
            </a:custGeom>
            <a:solidFill>
              <a:schemeClr val="accent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0935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098DEE0-4831-4111-A35B-803560731C83}"/>
              </a:ext>
            </a:extLst>
          </p:cNvPr>
          <p:cNvGrpSpPr/>
          <p:nvPr userDrawn="1"/>
        </p:nvGrpSpPr>
        <p:grpSpPr>
          <a:xfrm>
            <a:off x="655748" y="4551718"/>
            <a:ext cx="1646885" cy="1735167"/>
            <a:chOff x="655748" y="4551718"/>
            <a:chExt cx="1646885" cy="173516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3AFA82-12A0-47AC-877C-8B76876C21C4}"/>
                </a:ext>
              </a:extLst>
            </p:cNvPr>
            <p:cNvSpPr/>
            <p:nvPr/>
          </p:nvSpPr>
          <p:spPr>
            <a:xfrm>
              <a:off x="1733736" y="4551718"/>
              <a:ext cx="568897" cy="1199573"/>
            </a:xfrm>
            <a:custGeom>
              <a:avLst/>
              <a:gdLst>
                <a:gd name="connsiteX0" fmla="*/ 0 w 568897"/>
                <a:gd name="connsiteY0" fmla="*/ 1199574 h 1199573"/>
                <a:gd name="connsiteX1" fmla="*/ 0 w 568897"/>
                <a:gd name="connsiteY1" fmla="*/ 1199574 h 1199573"/>
                <a:gd name="connsiteX2" fmla="*/ 568043 w 568897"/>
                <a:gd name="connsiteY2" fmla="*/ 568043 h 1199573"/>
                <a:gd name="connsiteX3" fmla="*/ 0 w 568897"/>
                <a:gd name="connsiteY3" fmla="*/ 0 h 1199573"/>
                <a:gd name="connsiteX4" fmla="*/ 0 w 568897"/>
                <a:gd name="connsiteY4" fmla="*/ 1199574 h 119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97" h="1199573">
                  <a:moveTo>
                    <a:pt x="0" y="1199574"/>
                  </a:moveTo>
                  <a:lnTo>
                    <a:pt x="0" y="1199574"/>
                  </a:lnTo>
                  <a:cubicBezTo>
                    <a:pt x="331253" y="1182042"/>
                    <a:pt x="585575" y="899297"/>
                    <a:pt x="568043" y="568043"/>
                  </a:cubicBezTo>
                  <a:cubicBezTo>
                    <a:pt x="551809" y="261298"/>
                    <a:pt x="306746" y="16234"/>
                    <a:pt x="0" y="0"/>
                  </a:cubicBezTo>
                  <a:lnTo>
                    <a:pt x="0" y="1199574"/>
                  </a:lnTo>
                  <a:close/>
                </a:path>
              </a:pathLst>
            </a:custGeom>
            <a:solidFill>
              <a:schemeClr val="bg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859FABF-B4B0-4E38-98B5-00C71DE74C3B}"/>
                </a:ext>
              </a:extLst>
            </p:cNvPr>
            <p:cNvSpPr/>
            <p:nvPr/>
          </p:nvSpPr>
          <p:spPr>
            <a:xfrm>
              <a:off x="1780578" y="4864399"/>
              <a:ext cx="334626" cy="351530"/>
            </a:xfrm>
            <a:custGeom>
              <a:avLst/>
              <a:gdLst>
                <a:gd name="connsiteX0" fmla="*/ 334626 w 334626"/>
                <a:gd name="connsiteY0" fmla="*/ 0 h 351530"/>
                <a:gd name="connsiteX1" fmla="*/ 334626 w 334626"/>
                <a:gd name="connsiteY1" fmla="*/ 0 h 351530"/>
                <a:gd name="connsiteX2" fmla="*/ 334626 w 334626"/>
                <a:gd name="connsiteY2" fmla="*/ 351530 h 351530"/>
                <a:gd name="connsiteX3" fmla="*/ 0 w 334626"/>
                <a:gd name="connsiteY3" fmla="*/ 351530 h 351530"/>
                <a:gd name="connsiteX4" fmla="*/ 0 w 334626"/>
                <a:gd name="connsiteY4" fmla="*/ 351349 h 351530"/>
                <a:gd name="connsiteX5" fmla="*/ 266694 w 334626"/>
                <a:gd name="connsiteY5" fmla="*/ 10289 h 351530"/>
                <a:gd name="connsiteX6" fmla="*/ 334626 w 334626"/>
                <a:gd name="connsiteY6" fmla="*/ 0 h 35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626" h="351530">
                  <a:moveTo>
                    <a:pt x="334626" y="0"/>
                  </a:moveTo>
                  <a:lnTo>
                    <a:pt x="334626" y="0"/>
                  </a:lnTo>
                  <a:lnTo>
                    <a:pt x="334626" y="351530"/>
                  </a:lnTo>
                  <a:lnTo>
                    <a:pt x="0" y="351530"/>
                  </a:lnTo>
                  <a:lnTo>
                    <a:pt x="0" y="351349"/>
                  </a:lnTo>
                  <a:cubicBezTo>
                    <a:pt x="590" y="190102"/>
                    <a:pt x="110346" y="49741"/>
                    <a:pt x="266694" y="10289"/>
                  </a:cubicBezTo>
                  <a:cubicBezTo>
                    <a:pt x="288954" y="4684"/>
                    <a:pt x="311704" y="1238"/>
                    <a:pt x="334626" y="0"/>
                  </a:cubicBezTo>
                  <a:close/>
                </a:path>
              </a:pathLst>
            </a:custGeom>
            <a:solidFill>
              <a:schemeClr val="accent3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7EB89A1-BD7D-4078-9C7B-84A4588F3625}"/>
                </a:ext>
              </a:extLst>
            </p:cNvPr>
            <p:cNvSpPr/>
            <p:nvPr/>
          </p:nvSpPr>
          <p:spPr>
            <a:xfrm>
              <a:off x="655748" y="5215783"/>
              <a:ext cx="977032" cy="1071102"/>
            </a:xfrm>
            <a:custGeom>
              <a:avLst/>
              <a:gdLst>
                <a:gd name="connsiteX0" fmla="*/ 977032 w 977032"/>
                <a:gd name="connsiteY0" fmla="*/ 1071102 h 1071102"/>
                <a:gd name="connsiteX1" fmla="*/ 974424 w 977032"/>
                <a:gd name="connsiteY1" fmla="*/ 1071002 h 1071102"/>
                <a:gd name="connsiteX2" fmla="*/ 607729 w 977032"/>
                <a:gd name="connsiteY2" fmla="*/ 790400 h 1071102"/>
                <a:gd name="connsiteX3" fmla="*/ 125983 w 977032"/>
                <a:gd name="connsiteY3" fmla="*/ 203189 h 1071102"/>
                <a:gd name="connsiteX4" fmla="*/ 272 w 977032"/>
                <a:gd name="connsiteY4" fmla="*/ 2759 h 1071102"/>
                <a:gd name="connsiteX5" fmla="*/ 0 w 977032"/>
                <a:gd name="connsiteY5" fmla="*/ 0 h 1071102"/>
                <a:gd name="connsiteX6" fmla="*/ 977032 w 977032"/>
                <a:gd name="connsiteY6" fmla="*/ 0 h 1071102"/>
                <a:gd name="connsiteX7" fmla="*/ 5574 w 977032"/>
                <a:gd name="connsiteY7" fmla="*/ 5036 h 1071102"/>
                <a:gd name="connsiteX8" fmla="*/ 128778 w 977032"/>
                <a:gd name="connsiteY8" fmla="*/ 199017 h 1071102"/>
                <a:gd name="connsiteX9" fmla="*/ 612383 w 977032"/>
                <a:gd name="connsiteY9" fmla="*/ 788475 h 1071102"/>
                <a:gd name="connsiteX10" fmla="*/ 972021 w 977032"/>
                <a:gd name="connsiteY10" fmla="*/ 1065890 h 1071102"/>
                <a:gd name="connsiteX11" fmla="*/ 972021 w 977032"/>
                <a:gd name="connsiteY11" fmla="*/ 5036 h 107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7032" h="1071102">
                  <a:moveTo>
                    <a:pt x="977032" y="1071102"/>
                  </a:moveTo>
                  <a:lnTo>
                    <a:pt x="974424" y="1071002"/>
                  </a:lnTo>
                  <a:cubicBezTo>
                    <a:pt x="720693" y="1061492"/>
                    <a:pt x="675752" y="953649"/>
                    <a:pt x="607729" y="790400"/>
                  </a:cubicBezTo>
                  <a:cubicBezTo>
                    <a:pt x="542837" y="634680"/>
                    <a:pt x="453964" y="421408"/>
                    <a:pt x="125983" y="203189"/>
                  </a:cubicBezTo>
                  <a:cubicBezTo>
                    <a:pt x="50737" y="153181"/>
                    <a:pt x="8445" y="85746"/>
                    <a:pt x="272" y="2759"/>
                  </a:cubicBezTo>
                  <a:lnTo>
                    <a:pt x="0" y="0"/>
                  </a:lnTo>
                  <a:lnTo>
                    <a:pt x="977032" y="0"/>
                  </a:lnTo>
                  <a:close/>
                  <a:moveTo>
                    <a:pt x="5574" y="5036"/>
                  </a:moveTo>
                  <a:cubicBezTo>
                    <a:pt x="14250" y="85178"/>
                    <a:pt x="55693" y="150437"/>
                    <a:pt x="128778" y="199017"/>
                  </a:cubicBezTo>
                  <a:cubicBezTo>
                    <a:pt x="458036" y="418075"/>
                    <a:pt x="547245" y="632162"/>
                    <a:pt x="612383" y="788475"/>
                  </a:cubicBezTo>
                  <a:cubicBezTo>
                    <a:pt x="679426" y="949372"/>
                    <a:pt x="723800" y="1055857"/>
                    <a:pt x="972021" y="1065890"/>
                  </a:cubicBezTo>
                  <a:lnTo>
                    <a:pt x="972021" y="5036"/>
                  </a:lnTo>
                  <a:close/>
                </a:path>
              </a:pathLst>
            </a:custGeom>
            <a:solidFill>
              <a:schemeClr val="bg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2970644-E0F4-4520-93D5-053B346F439B}"/>
                </a:ext>
              </a:extLst>
            </p:cNvPr>
            <p:cNvSpPr/>
            <p:nvPr/>
          </p:nvSpPr>
          <p:spPr>
            <a:xfrm>
              <a:off x="1294359" y="4712987"/>
              <a:ext cx="335907" cy="335907"/>
            </a:xfrm>
            <a:custGeom>
              <a:avLst/>
              <a:gdLst>
                <a:gd name="connsiteX0" fmla="*/ 335908 w 335907"/>
                <a:gd name="connsiteY0" fmla="*/ 167954 h 335907"/>
                <a:gd name="connsiteX1" fmla="*/ 167954 w 335907"/>
                <a:gd name="connsiteY1" fmla="*/ 335908 h 335907"/>
                <a:gd name="connsiteX2" fmla="*/ 0 w 335907"/>
                <a:gd name="connsiteY2" fmla="*/ 167954 h 335907"/>
                <a:gd name="connsiteX3" fmla="*/ 167954 w 335907"/>
                <a:gd name="connsiteY3" fmla="*/ 0 h 335907"/>
                <a:gd name="connsiteX4" fmla="*/ 335908 w 335907"/>
                <a:gd name="connsiteY4" fmla="*/ 167954 h 33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907" h="335907">
                  <a:moveTo>
                    <a:pt x="335908" y="167954"/>
                  </a:moveTo>
                  <a:cubicBezTo>
                    <a:pt x="335908" y="260712"/>
                    <a:pt x="260712" y="335908"/>
                    <a:pt x="167954" y="335908"/>
                  </a:cubicBezTo>
                  <a:cubicBezTo>
                    <a:pt x="75196" y="335908"/>
                    <a:pt x="0" y="260712"/>
                    <a:pt x="0" y="167954"/>
                  </a:cubicBezTo>
                  <a:cubicBezTo>
                    <a:pt x="0" y="75196"/>
                    <a:pt x="75196" y="0"/>
                    <a:pt x="167954" y="0"/>
                  </a:cubicBezTo>
                  <a:cubicBezTo>
                    <a:pt x="260712" y="0"/>
                    <a:pt x="335908" y="75196"/>
                    <a:pt x="335908" y="167954"/>
                  </a:cubicBez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9042F5-4D8F-4185-9361-03C7324C575B}"/>
                </a:ext>
              </a:extLst>
            </p:cNvPr>
            <p:cNvSpPr/>
            <p:nvPr/>
          </p:nvSpPr>
          <p:spPr>
            <a:xfrm>
              <a:off x="802053" y="5555712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E1719E-0A39-4B5D-9A91-93111541A716}"/>
                </a:ext>
              </a:extLst>
            </p:cNvPr>
            <p:cNvSpPr/>
            <p:nvPr/>
          </p:nvSpPr>
          <p:spPr>
            <a:xfrm>
              <a:off x="1733736" y="5847805"/>
              <a:ext cx="415486" cy="436477"/>
            </a:xfrm>
            <a:custGeom>
              <a:avLst/>
              <a:gdLst>
                <a:gd name="connsiteX0" fmla="*/ 0 w 415486"/>
                <a:gd name="connsiteY0" fmla="*/ 436477 h 436477"/>
                <a:gd name="connsiteX1" fmla="*/ 0 w 415486"/>
                <a:gd name="connsiteY1" fmla="*/ 436477 h 436477"/>
                <a:gd name="connsiteX2" fmla="*/ 0 w 415486"/>
                <a:gd name="connsiteY2" fmla="*/ 0 h 436477"/>
                <a:gd name="connsiteX3" fmla="*/ 415487 w 415486"/>
                <a:gd name="connsiteY3" fmla="*/ 0 h 436477"/>
                <a:gd name="connsiteX4" fmla="*/ 415487 w 415486"/>
                <a:gd name="connsiteY4" fmla="*/ 221 h 436477"/>
                <a:gd name="connsiteX5" fmla="*/ 84349 w 415486"/>
                <a:gd name="connsiteY5" fmla="*/ 423685 h 436477"/>
                <a:gd name="connsiteX6" fmla="*/ 0 w 415486"/>
                <a:gd name="connsiteY6" fmla="*/ 436477 h 43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5486" h="436477">
                  <a:moveTo>
                    <a:pt x="0" y="436477"/>
                  </a:moveTo>
                  <a:lnTo>
                    <a:pt x="0" y="436477"/>
                  </a:lnTo>
                  <a:lnTo>
                    <a:pt x="0" y="0"/>
                  </a:lnTo>
                  <a:lnTo>
                    <a:pt x="415487" y="0"/>
                  </a:lnTo>
                  <a:lnTo>
                    <a:pt x="415487" y="221"/>
                  </a:lnTo>
                  <a:cubicBezTo>
                    <a:pt x="414741" y="200425"/>
                    <a:pt x="278467" y="374693"/>
                    <a:pt x="84349" y="423685"/>
                  </a:cubicBezTo>
                  <a:cubicBezTo>
                    <a:pt x="56708" y="430646"/>
                    <a:pt x="28462" y="434930"/>
                    <a:pt x="0" y="436477"/>
                  </a:cubicBezTo>
                  <a:close/>
                </a:path>
              </a:pathLst>
            </a:custGeom>
            <a:solidFill>
              <a:schemeClr val="accent4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89B03DF-B3C2-4148-A06B-C46D7B5FCBD2}"/>
                </a:ext>
              </a:extLst>
            </p:cNvPr>
            <p:cNvSpPr/>
            <p:nvPr/>
          </p:nvSpPr>
          <p:spPr>
            <a:xfrm>
              <a:off x="704565" y="5471751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ED88D-442C-4B54-8369-BD21A42D657C}"/>
                </a:ext>
              </a:extLst>
            </p:cNvPr>
            <p:cNvSpPr/>
            <p:nvPr/>
          </p:nvSpPr>
          <p:spPr>
            <a:xfrm>
              <a:off x="879083" y="5703023"/>
              <a:ext cx="446123" cy="66117"/>
            </a:xfrm>
            <a:custGeom>
              <a:avLst/>
              <a:gdLst>
                <a:gd name="connsiteX0" fmla="*/ 0 w 446123"/>
                <a:gd name="connsiteY0" fmla="*/ 0 h 66117"/>
                <a:gd name="connsiteX1" fmla="*/ 446123 w 446123"/>
                <a:gd name="connsiteY1" fmla="*/ 0 h 66117"/>
                <a:gd name="connsiteX2" fmla="*/ 446123 w 446123"/>
                <a:gd name="connsiteY2" fmla="*/ 66118 h 66117"/>
                <a:gd name="connsiteX3" fmla="*/ 0 w 446123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123" h="66117">
                  <a:moveTo>
                    <a:pt x="0" y="0"/>
                  </a:moveTo>
                  <a:lnTo>
                    <a:pt x="446123" y="0"/>
                  </a:lnTo>
                  <a:lnTo>
                    <a:pt x="446123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9295325-234F-4D8D-9D39-605C8B56CF8F}"/>
                </a:ext>
              </a:extLst>
            </p:cNvPr>
            <p:cNvSpPr/>
            <p:nvPr/>
          </p:nvSpPr>
          <p:spPr>
            <a:xfrm>
              <a:off x="1021764" y="6093669"/>
              <a:ext cx="220832" cy="190613"/>
            </a:xfrm>
            <a:custGeom>
              <a:avLst/>
              <a:gdLst>
                <a:gd name="connsiteX0" fmla="*/ 110416 w 220832"/>
                <a:gd name="connsiteY0" fmla="*/ 0 h 190613"/>
                <a:gd name="connsiteX1" fmla="*/ 220832 w 220832"/>
                <a:gd name="connsiteY1" fmla="*/ 190613 h 190613"/>
                <a:gd name="connsiteX2" fmla="*/ 0 w 220832"/>
                <a:gd name="connsiteY2" fmla="*/ 190613 h 19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832" h="190613">
                  <a:moveTo>
                    <a:pt x="110416" y="0"/>
                  </a:moveTo>
                  <a:lnTo>
                    <a:pt x="220832" y="190613"/>
                  </a:lnTo>
                  <a:lnTo>
                    <a:pt x="0" y="190613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F69A97-AC40-4BBF-93FE-8C1F8ABE2CE0}"/>
                </a:ext>
              </a:extLst>
            </p:cNvPr>
            <p:cNvSpPr/>
            <p:nvPr/>
          </p:nvSpPr>
          <p:spPr>
            <a:xfrm>
              <a:off x="879083" y="5832590"/>
              <a:ext cx="311228" cy="66117"/>
            </a:xfrm>
            <a:custGeom>
              <a:avLst/>
              <a:gdLst>
                <a:gd name="connsiteX0" fmla="*/ 0 w 311228"/>
                <a:gd name="connsiteY0" fmla="*/ 0 h 66117"/>
                <a:gd name="connsiteX1" fmla="*/ 311228 w 311228"/>
                <a:gd name="connsiteY1" fmla="*/ 0 h 66117"/>
                <a:gd name="connsiteX2" fmla="*/ 311228 w 311228"/>
                <a:gd name="connsiteY2" fmla="*/ 66118 h 66117"/>
                <a:gd name="connsiteX3" fmla="*/ 0 w 311228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228" h="66117">
                  <a:moveTo>
                    <a:pt x="0" y="0"/>
                  </a:moveTo>
                  <a:lnTo>
                    <a:pt x="311228" y="0"/>
                  </a:lnTo>
                  <a:lnTo>
                    <a:pt x="311228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3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02C701-AB8C-46E4-A998-38E9C9D55D9D}"/>
              </a:ext>
            </a:extLst>
          </p:cNvPr>
          <p:cNvGrpSpPr/>
          <p:nvPr userDrawn="1"/>
        </p:nvGrpSpPr>
        <p:grpSpPr>
          <a:xfrm>
            <a:off x="8674695" y="3621818"/>
            <a:ext cx="3000841" cy="2814283"/>
            <a:chOff x="8674695" y="3621818"/>
            <a:chExt cx="3000841" cy="281428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50028C0-13C4-4CBB-B8A4-B90DD2829DF6}"/>
                </a:ext>
              </a:extLst>
            </p:cNvPr>
            <p:cNvSpPr/>
            <p:nvPr/>
          </p:nvSpPr>
          <p:spPr>
            <a:xfrm>
              <a:off x="9906961" y="3806827"/>
              <a:ext cx="899255" cy="899255"/>
            </a:xfrm>
            <a:custGeom>
              <a:avLst/>
              <a:gdLst>
                <a:gd name="connsiteX0" fmla="*/ 899256 w 899255"/>
                <a:gd name="connsiteY0" fmla="*/ 449628 h 899255"/>
                <a:gd name="connsiteX1" fmla="*/ 449628 w 899255"/>
                <a:gd name="connsiteY1" fmla="*/ 899255 h 899255"/>
                <a:gd name="connsiteX2" fmla="*/ 0 w 899255"/>
                <a:gd name="connsiteY2" fmla="*/ 449628 h 899255"/>
                <a:gd name="connsiteX3" fmla="*/ 449628 w 899255"/>
                <a:gd name="connsiteY3" fmla="*/ 0 h 899255"/>
                <a:gd name="connsiteX4" fmla="*/ 899256 w 899255"/>
                <a:gd name="connsiteY4" fmla="*/ 449628 h 8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255" h="899255">
                  <a:moveTo>
                    <a:pt x="899256" y="449628"/>
                  </a:moveTo>
                  <a:cubicBezTo>
                    <a:pt x="899256" y="697950"/>
                    <a:pt x="697950" y="899255"/>
                    <a:pt x="449628" y="899255"/>
                  </a:cubicBezTo>
                  <a:cubicBezTo>
                    <a:pt x="201305" y="899255"/>
                    <a:pt x="0" y="697950"/>
                    <a:pt x="0" y="449628"/>
                  </a:cubicBezTo>
                  <a:cubicBezTo>
                    <a:pt x="0" y="201305"/>
                    <a:pt x="201305" y="0"/>
                    <a:pt x="449628" y="0"/>
                  </a:cubicBezTo>
                  <a:cubicBezTo>
                    <a:pt x="697950" y="0"/>
                    <a:pt x="899256" y="201305"/>
                    <a:pt x="899256" y="449628"/>
                  </a:cubicBezTo>
                  <a:close/>
                </a:path>
              </a:pathLst>
            </a:custGeom>
            <a:solidFill>
              <a:schemeClr val="accent3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C0E318B-B34A-4981-A556-01AF85251C86}"/>
                </a:ext>
              </a:extLst>
            </p:cNvPr>
            <p:cNvSpPr/>
            <p:nvPr/>
          </p:nvSpPr>
          <p:spPr>
            <a:xfrm>
              <a:off x="8674695" y="3621818"/>
              <a:ext cx="2477629" cy="2260487"/>
            </a:xfrm>
            <a:custGeom>
              <a:avLst/>
              <a:gdLst>
                <a:gd name="connsiteX0" fmla="*/ 0 w 2477629"/>
                <a:gd name="connsiteY0" fmla="*/ 2260488 h 2260487"/>
                <a:gd name="connsiteX1" fmla="*/ 302 w 2477629"/>
                <a:gd name="connsiteY1" fmla="*/ 2252418 h 2260487"/>
                <a:gd name="connsiteX2" fmla="*/ 193064 w 2477629"/>
                <a:gd name="connsiteY2" fmla="*/ 1666426 h 2260487"/>
                <a:gd name="connsiteX3" fmla="*/ 649516 w 2477629"/>
                <a:gd name="connsiteY3" fmla="*/ 1403850 h 2260487"/>
                <a:gd name="connsiteX4" fmla="*/ 2004752 w 2477629"/>
                <a:gd name="connsiteY4" fmla="*/ 292033 h 2260487"/>
                <a:gd name="connsiteX5" fmla="*/ 2469042 w 2477629"/>
                <a:gd name="connsiteY5" fmla="*/ 851 h 2260487"/>
                <a:gd name="connsiteX6" fmla="*/ 2477630 w 2477629"/>
                <a:gd name="connsiteY6" fmla="*/ 0 h 2260487"/>
                <a:gd name="connsiteX7" fmla="*/ 2453041 w 2477629"/>
                <a:gd name="connsiteY7" fmla="*/ 2246584 h 2260487"/>
                <a:gd name="connsiteX8" fmla="*/ 2445435 w 2477629"/>
                <a:gd name="connsiteY8" fmla="*/ 2246630 h 2260487"/>
                <a:gd name="connsiteX9" fmla="*/ 2461970 w 2477629"/>
                <a:gd name="connsiteY9" fmla="*/ 17154 h 2260487"/>
                <a:gd name="connsiteX10" fmla="*/ 2017642 w 2477629"/>
                <a:gd name="connsiteY10" fmla="*/ 300598 h 2260487"/>
                <a:gd name="connsiteX11" fmla="*/ 1284725 w 2477629"/>
                <a:gd name="connsiteY11" fmla="*/ 1087143 h 2260487"/>
                <a:gd name="connsiteX12" fmla="*/ 655474 w 2477629"/>
                <a:gd name="connsiteY12" fmla="*/ 1418141 h 2260487"/>
                <a:gd name="connsiteX13" fmla="*/ 16086 w 2477629"/>
                <a:gd name="connsiteY13" fmla="*/ 2244920 h 2260487"/>
                <a:gd name="connsiteX14" fmla="*/ 2437736 w 2477629"/>
                <a:gd name="connsiteY14" fmla="*/ 2231202 h 226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77629" h="2260487">
                  <a:moveTo>
                    <a:pt x="0" y="2260488"/>
                  </a:moveTo>
                  <a:lnTo>
                    <a:pt x="302" y="2252418"/>
                  </a:lnTo>
                  <a:cubicBezTo>
                    <a:pt x="10616" y="1977222"/>
                    <a:pt x="70070" y="1796507"/>
                    <a:pt x="193064" y="1666426"/>
                  </a:cubicBezTo>
                  <a:cubicBezTo>
                    <a:pt x="306030" y="1547007"/>
                    <a:pt x="465188" y="1480667"/>
                    <a:pt x="649516" y="1403850"/>
                  </a:cubicBezTo>
                  <a:cubicBezTo>
                    <a:pt x="1008918" y="1254085"/>
                    <a:pt x="1501132" y="1048982"/>
                    <a:pt x="2004752" y="292033"/>
                  </a:cubicBezTo>
                  <a:cubicBezTo>
                    <a:pt x="2120557" y="117755"/>
                    <a:pt x="2276768" y="19792"/>
                    <a:pt x="2469042" y="851"/>
                  </a:cubicBezTo>
                  <a:lnTo>
                    <a:pt x="2477630" y="0"/>
                  </a:lnTo>
                  <a:lnTo>
                    <a:pt x="2453041" y="2246584"/>
                  </a:lnTo>
                  <a:lnTo>
                    <a:pt x="2445435" y="2246630"/>
                  </a:lnTo>
                  <a:close/>
                  <a:moveTo>
                    <a:pt x="2461970" y="17154"/>
                  </a:moveTo>
                  <a:cubicBezTo>
                    <a:pt x="2278470" y="37666"/>
                    <a:pt x="2129014" y="132990"/>
                    <a:pt x="2017642" y="300598"/>
                  </a:cubicBezTo>
                  <a:cubicBezTo>
                    <a:pt x="1793118" y="638049"/>
                    <a:pt x="1553398" y="895333"/>
                    <a:pt x="1284725" y="1087143"/>
                  </a:cubicBezTo>
                  <a:cubicBezTo>
                    <a:pt x="1053377" y="1252336"/>
                    <a:pt x="841976" y="1340419"/>
                    <a:pt x="655474" y="1418141"/>
                  </a:cubicBezTo>
                  <a:cubicBezTo>
                    <a:pt x="285030" y="1572502"/>
                    <a:pt x="39716" y="1674767"/>
                    <a:pt x="16086" y="2244920"/>
                  </a:cubicBezTo>
                  <a:lnTo>
                    <a:pt x="2437736" y="2231202"/>
                  </a:lnTo>
                  <a:close/>
                </a:path>
              </a:pathLst>
            </a:custGeom>
            <a:solidFill>
              <a:schemeClr val="bg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178EF47-34A0-4AFC-8C39-0CC0AD04EB87}"/>
                </a:ext>
              </a:extLst>
            </p:cNvPr>
            <p:cNvSpPr/>
            <p:nvPr/>
          </p:nvSpPr>
          <p:spPr>
            <a:xfrm>
              <a:off x="9342711" y="5315533"/>
              <a:ext cx="652332" cy="561433"/>
            </a:xfrm>
            <a:custGeom>
              <a:avLst/>
              <a:gdLst>
                <a:gd name="connsiteX0" fmla="*/ 652332 w 652332"/>
                <a:gd name="connsiteY0" fmla="*/ 561433 h 561433"/>
                <a:gd name="connsiteX1" fmla="*/ 0 w 652332"/>
                <a:gd name="connsiteY1" fmla="*/ 561433 h 561433"/>
                <a:gd name="connsiteX2" fmla="*/ 326162 w 652332"/>
                <a:gd name="connsiteY2" fmla="*/ 0 h 5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3">
                  <a:moveTo>
                    <a:pt x="652332" y="561433"/>
                  </a:moveTo>
                  <a:lnTo>
                    <a:pt x="0" y="561433"/>
                  </a:lnTo>
                  <a:lnTo>
                    <a:pt x="326162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92D7AF-BCB2-4554-8ABF-DFA162E02038}"/>
                </a:ext>
              </a:extLst>
            </p:cNvPr>
            <p:cNvSpPr/>
            <p:nvPr/>
          </p:nvSpPr>
          <p:spPr>
            <a:xfrm>
              <a:off x="8881477" y="5318164"/>
              <a:ext cx="652332" cy="561432"/>
            </a:xfrm>
            <a:custGeom>
              <a:avLst/>
              <a:gdLst>
                <a:gd name="connsiteX0" fmla="*/ 652332 w 652332"/>
                <a:gd name="connsiteY0" fmla="*/ 561433 h 561432"/>
                <a:gd name="connsiteX1" fmla="*/ 0 w 652332"/>
                <a:gd name="connsiteY1" fmla="*/ 561433 h 561432"/>
                <a:gd name="connsiteX2" fmla="*/ 326170 w 652332"/>
                <a:gd name="connsiteY2" fmla="*/ 0 h 5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2">
                  <a:moveTo>
                    <a:pt x="652332" y="561433"/>
                  </a:moveTo>
                  <a:lnTo>
                    <a:pt x="0" y="561433"/>
                  </a:lnTo>
                  <a:lnTo>
                    <a:pt x="326170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0AEDC6C-AF72-4D98-A3DA-BF539F825F62}"/>
                </a:ext>
              </a:extLst>
            </p:cNvPr>
            <p:cNvSpPr/>
            <p:nvPr/>
          </p:nvSpPr>
          <p:spPr>
            <a:xfrm>
              <a:off x="10611064" y="5317839"/>
              <a:ext cx="1064472" cy="1118262"/>
            </a:xfrm>
            <a:custGeom>
              <a:avLst/>
              <a:gdLst>
                <a:gd name="connsiteX0" fmla="*/ 216098 w 1064472"/>
                <a:gd name="connsiteY0" fmla="*/ 1085487 h 1118262"/>
                <a:gd name="connsiteX1" fmla="*/ 1064472 w 1064472"/>
                <a:gd name="connsiteY1" fmla="*/ 573 h 1118262"/>
                <a:gd name="connsiteX2" fmla="*/ 1064472 w 1064472"/>
                <a:gd name="connsiteY2" fmla="*/ 0 h 1118262"/>
                <a:gd name="connsiteX3" fmla="*/ 0 w 1064472"/>
                <a:gd name="connsiteY3" fmla="*/ 0 h 1118262"/>
                <a:gd name="connsiteX4" fmla="*/ 0 w 1064472"/>
                <a:gd name="connsiteY4" fmla="*/ 1118263 h 1118262"/>
                <a:gd name="connsiteX5" fmla="*/ 0 w 1064472"/>
                <a:gd name="connsiteY5" fmla="*/ 1118263 h 1118262"/>
                <a:gd name="connsiteX6" fmla="*/ 216098 w 1064472"/>
                <a:gd name="connsiteY6" fmla="*/ 1085487 h 111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4472" h="1118262">
                  <a:moveTo>
                    <a:pt x="216098" y="1085487"/>
                  </a:moveTo>
                  <a:cubicBezTo>
                    <a:pt x="714734" y="961975"/>
                    <a:pt x="1064820" y="514274"/>
                    <a:pt x="1064472" y="573"/>
                  </a:cubicBezTo>
                  <a:lnTo>
                    <a:pt x="1064472" y="0"/>
                  </a:lnTo>
                  <a:lnTo>
                    <a:pt x="0" y="0"/>
                  </a:lnTo>
                  <a:lnTo>
                    <a:pt x="0" y="1118263"/>
                  </a:lnTo>
                  <a:lnTo>
                    <a:pt x="0" y="1118263"/>
                  </a:lnTo>
                  <a:cubicBezTo>
                    <a:pt x="72917" y="1114301"/>
                    <a:pt x="145285" y="1103329"/>
                    <a:pt x="216098" y="1085487"/>
                  </a:cubicBezTo>
                  <a:close/>
                </a:path>
              </a:pathLst>
            </a:custGeom>
            <a:solidFill>
              <a:schemeClr val="accent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310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F651AA-429A-4F12-B89D-CE357A17B18E}"/>
              </a:ext>
            </a:extLst>
          </p:cNvPr>
          <p:cNvGrpSpPr/>
          <p:nvPr userDrawn="1"/>
        </p:nvGrpSpPr>
        <p:grpSpPr>
          <a:xfrm>
            <a:off x="412203" y="4285741"/>
            <a:ext cx="1753152" cy="2364400"/>
            <a:chOff x="412203" y="4285741"/>
            <a:chExt cx="1753152" cy="23644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96917D-396F-42BB-A076-A0C1BB57AA43}"/>
                </a:ext>
              </a:extLst>
            </p:cNvPr>
            <p:cNvSpPr/>
            <p:nvPr/>
          </p:nvSpPr>
          <p:spPr>
            <a:xfrm>
              <a:off x="412203" y="5308326"/>
              <a:ext cx="1354331" cy="1341815"/>
            </a:xfrm>
            <a:custGeom>
              <a:avLst/>
              <a:gdLst>
                <a:gd name="connsiteX0" fmla="*/ 1354331 w 1354331"/>
                <a:gd name="connsiteY0" fmla="*/ 0 h 1341815"/>
                <a:gd name="connsiteX1" fmla="*/ 953900 w 1354331"/>
                <a:gd name="connsiteY1" fmla="*/ 507682 h 1341815"/>
                <a:gd name="connsiteX2" fmla="*/ 150495 w 1354331"/>
                <a:gd name="connsiteY2" fmla="*/ 1200540 h 1341815"/>
                <a:gd name="connsiteX3" fmla="*/ 0 w 1354331"/>
                <a:gd name="connsiteY3" fmla="*/ 1341815 h 1341815"/>
                <a:gd name="connsiteX4" fmla="*/ 0 w 1354331"/>
                <a:gd name="connsiteY4" fmla="*/ 0 h 134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4331" h="1341815">
                  <a:moveTo>
                    <a:pt x="1354331" y="0"/>
                  </a:moveTo>
                  <a:cubicBezTo>
                    <a:pt x="1333814" y="260899"/>
                    <a:pt x="1236031" y="384620"/>
                    <a:pt x="953900" y="507682"/>
                  </a:cubicBezTo>
                  <a:cubicBezTo>
                    <a:pt x="607676" y="660387"/>
                    <a:pt x="374847" y="861060"/>
                    <a:pt x="150495" y="1200540"/>
                  </a:cubicBezTo>
                  <a:cubicBezTo>
                    <a:pt x="112012" y="1258706"/>
                    <a:pt x="60479" y="1307082"/>
                    <a:pt x="0" y="13418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E5237B8-9BFC-4F4F-B6EA-E88F8D5723C7}"/>
                </a:ext>
              </a:extLst>
            </p:cNvPr>
            <p:cNvSpPr/>
            <p:nvPr/>
          </p:nvSpPr>
          <p:spPr>
            <a:xfrm>
              <a:off x="412241" y="4712652"/>
              <a:ext cx="775639" cy="595895"/>
            </a:xfrm>
            <a:custGeom>
              <a:avLst/>
              <a:gdLst>
                <a:gd name="connsiteX0" fmla="*/ 0 w 775639"/>
                <a:gd name="connsiteY0" fmla="*/ 198720 h 595895"/>
                <a:gd name="connsiteX1" fmla="*/ 590369 w 775639"/>
                <a:gd name="connsiteY1" fmla="*/ 0 h 595895"/>
                <a:gd name="connsiteX2" fmla="*/ 775640 w 775639"/>
                <a:gd name="connsiteY2" fmla="*/ 550545 h 595895"/>
                <a:gd name="connsiteX3" fmla="*/ 739216 w 775639"/>
                <a:gd name="connsiteY3" fmla="*/ 564442 h 595895"/>
                <a:gd name="connsiteX4" fmla="*/ 412061 w 775639"/>
                <a:gd name="connsiteY4" fmla="*/ 579682 h 595895"/>
                <a:gd name="connsiteX5" fmla="*/ 138694 w 775639"/>
                <a:gd name="connsiteY5" fmla="*/ 424605 h 595895"/>
                <a:gd name="connsiteX6" fmla="*/ 0 w 775639"/>
                <a:gd name="connsiteY6" fmla="*/ 198720 h 59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5639" h="595895">
                  <a:moveTo>
                    <a:pt x="0" y="198720"/>
                  </a:moveTo>
                  <a:lnTo>
                    <a:pt x="590369" y="0"/>
                  </a:lnTo>
                  <a:lnTo>
                    <a:pt x="775640" y="550545"/>
                  </a:lnTo>
                  <a:cubicBezTo>
                    <a:pt x="763657" y="555669"/>
                    <a:pt x="751380" y="560356"/>
                    <a:pt x="739216" y="564442"/>
                  </a:cubicBezTo>
                  <a:cubicBezTo>
                    <a:pt x="633798" y="600347"/>
                    <a:pt x="520361" y="605632"/>
                    <a:pt x="412061" y="579682"/>
                  </a:cubicBezTo>
                  <a:cubicBezTo>
                    <a:pt x="308202" y="554640"/>
                    <a:pt x="213476" y="500903"/>
                    <a:pt x="138694" y="424605"/>
                  </a:cubicBezTo>
                  <a:cubicBezTo>
                    <a:pt x="76067" y="360696"/>
                    <a:pt x="28659" y="283486"/>
                    <a:pt x="0" y="198720"/>
                  </a:cubicBezTo>
                  <a:close/>
                </a:path>
              </a:pathLst>
            </a:custGeom>
            <a:solidFill>
              <a:schemeClr val="bg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A7FD02-D910-4845-B318-060155DFC1AE}"/>
                </a:ext>
              </a:extLst>
            </p:cNvPr>
            <p:cNvSpPr/>
            <p:nvPr/>
          </p:nvSpPr>
          <p:spPr>
            <a:xfrm>
              <a:off x="1405613" y="4650615"/>
              <a:ext cx="759742" cy="657958"/>
            </a:xfrm>
            <a:custGeom>
              <a:avLst/>
              <a:gdLst>
                <a:gd name="connsiteX0" fmla="*/ 379866 w 759742"/>
                <a:gd name="connsiteY0" fmla="*/ 0 h 657958"/>
                <a:gd name="connsiteX1" fmla="*/ 569804 w 759742"/>
                <a:gd name="connsiteY1" fmla="*/ 328984 h 657958"/>
                <a:gd name="connsiteX2" fmla="*/ 759743 w 759742"/>
                <a:gd name="connsiteY2" fmla="*/ 657958 h 657958"/>
                <a:gd name="connsiteX3" fmla="*/ 379866 w 759742"/>
                <a:gd name="connsiteY3" fmla="*/ 657958 h 657958"/>
                <a:gd name="connsiteX4" fmla="*/ 0 w 759742"/>
                <a:gd name="connsiteY4" fmla="*/ 657958 h 657958"/>
                <a:gd name="connsiteX5" fmla="*/ 189938 w 759742"/>
                <a:gd name="connsiteY5" fmla="*/ 328984 h 657958"/>
                <a:gd name="connsiteX6" fmla="*/ 379866 w 759742"/>
                <a:gd name="connsiteY6" fmla="*/ 0 h 6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9742" h="657958">
                  <a:moveTo>
                    <a:pt x="379866" y="0"/>
                  </a:moveTo>
                  <a:lnTo>
                    <a:pt x="569804" y="328984"/>
                  </a:lnTo>
                  <a:lnTo>
                    <a:pt x="759743" y="657958"/>
                  </a:lnTo>
                  <a:lnTo>
                    <a:pt x="379866" y="657958"/>
                  </a:lnTo>
                  <a:lnTo>
                    <a:pt x="0" y="657958"/>
                  </a:lnTo>
                  <a:lnTo>
                    <a:pt x="189938" y="328984"/>
                  </a:lnTo>
                  <a:lnTo>
                    <a:pt x="37986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4FE62B-91F7-46F3-BFDE-77ADB1D34C26}"/>
                </a:ext>
              </a:extLst>
            </p:cNvPr>
            <p:cNvSpPr/>
            <p:nvPr/>
          </p:nvSpPr>
          <p:spPr>
            <a:xfrm>
              <a:off x="1612553" y="4285741"/>
              <a:ext cx="355568" cy="355568"/>
            </a:xfrm>
            <a:custGeom>
              <a:avLst/>
              <a:gdLst>
                <a:gd name="connsiteX0" fmla="*/ 355568 w 355568"/>
                <a:gd name="connsiteY0" fmla="*/ 177784 h 355568"/>
                <a:gd name="connsiteX1" fmla="*/ 177784 w 355568"/>
                <a:gd name="connsiteY1" fmla="*/ 355568 h 355568"/>
                <a:gd name="connsiteX2" fmla="*/ 0 w 355568"/>
                <a:gd name="connsiteY2" fmla="*/ 177784 h 355568"/>
                <a:gd name="connsiteX3" fmla="*/ 177784 w 355568"/>
                <a:gd name="connsiteY3" fmla="*/ 0 h 355568"/>
                <a:gd name="connsiteX4" fmla="*/ 355568 w 355568"/>
                <a:gd name="connsiteY4" fmla="*/ 177784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568" h="355568">
                  <a:moveTo>
                    <a:pt x="355568" y="177784"/>
                  </a:moveTo>
                  <a:cubicBezTo>
                    <a:pt x="355568" y="275972"/>
                    <a:pt x="275972" y="355568"/>
                    <a:pt x="177784" y="355568"/>
                  </a:cubicBezTo>
                  <a:cubicBezTo>
                    <a:pt x="79597" y="355568"/>
                    <a:pt x="0" y="275972"/>
                    <a:pt x="0" y="177784"/>
                  </a:cubicBezTo>
                  <a:cubicBezTo>
                    <a:pt x="0" y="79597"/>
                    <a:pt x="79597" y="0"/>
                    <a:pt x="177784" y="0"/>
                  </a:cubicBezTo>
                  <a:cubicBezTo>
                    <a:pt x="275972" y="0"/>
                    <a:pt x="355568" y="79597"/>
                    <a:pt x="355568" y="17778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2486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8D068B-9FA9-49D8-9E2D-2469802DD124}"/>
              </a:ext>
            </a:extLst>
          </p:cNvPr>
          <p:cNvGrpSpPr/>
          <p:nvPr userDrawn="1"/>
        </p:nvGrpSpPr>
        <p:grpSpPr>
          <a:xfrm>
            <a:off x="333594" y="4067880"/>
            <a:ext cx="1686342" cy="2363341"/>
            <a:chOff x="333594" y="4067880"/>
            <a:chExt cx="1686342" cy="236334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2122F4C-8422-44D9-83DE-DD553A6E4792}"/>
                </a:ext>
              </a:extLst>
            </p:cNvPr>
            <p:cNvSpPr/>
            <p:nvPr/>
          </p:nvSpPr>
          <p:spPr>
            <a:xfrm>
              <a:off x="333594" y="4909526"/>
              <a:ext cx="1669258" cy="1521695"/>
            </a:xfrm>
            <a:custGeom>
              <a:avLst/>
              <a:gdLst>
                <a:gd name="connsiteX0" fmla="*/ 16629 w 1669258"/>
                <a:gd name="connsiteY0" fmla="*/ 9368 h 1521695"/>
                <a:gd name="connsiteX1" fmla="*/ 0 w 1669258"/>
                <a:gd name="connsiteY1" fmla="*/ 1521695 h 1521695"/>
                <a:gd name="connsiteX2" fmla="*/ 310957 w 1669258"/>
                <a:gd name="connsiteY2" fmla="*/ 1326585 h 1521695"/>
                <a:gd name="connsiteX3" fmla="*/ 1669258 w 1669258"/>
                <a:gd name="connsiteY3" fmla="*/ 0 h 152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9258" h="1521695">
                  <a:moveTo>
                    <a:pt x="16629" y="9368"/>
                  </a:moveTo>
                  <a:lnTo>
                    <a:pt x="0" y="1521695"/>
                  </a:lnTo>
                  <a:cubicBezTo>
                    <a:pt x="121645" y="1509723"/>
                    <a:pt x="229643" y="1448906"/>
                    <a:pt x="310957" y="1326585"/>
                  </a:cubicBezTo>
                  <a:cubicBezTo>
                    <a:pt x="1000761" y="289772"/>
                    <a:pt x="1639881" y="783867"/>
                    <a:pt x="1669258" y="0"/>
                  </a:cubicBezTo>
                  <a:close/>
                </a:path>
              </a:pathLst>
            </a:custGeom>
            <a:solidFill>
              <a:schemeClr val="bg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EB4D01-AD3A-4CAE-A850-FCD169B1428B}"/>
                </a:ext>
              </a:extLst>
            </p:cNvPr>
            <p:cNvSpPr/>
            <p:nvPr/>
          </p:nvSpPr>
          <p:spPr>
            <a:xfrm>
              <a:off x="1442653" y="4067880"/>
              <a:ext cx="577283" cy="577282"/>
            </a:xfrm>
            <a:custGeom>
              <a:avLst/>
              <a:gdLst>
                <a:gd name="connsiteX0" fmla="*/ 577283 w 577283"/>
                <a:gd name="connsiteY0" fmla="*/ 288641 h 577282"/>
                <a:gd name="connsiteX1" fmla="*/ 288642 w 577283"/>
                <a:gd name="connsiteY1" fmla="*/ 577283 h 577282"/>
                <a:gd name="connsiteX2" fmla="*/ 0 w 577283"/>
                <a:gd name="connsiteY2" fmla="*/ 288641 h 577282"/>
                <a:gd name="connsiteX3" fmla="*/ 288642 w 577283"/>
                <a:gd name="connsiteY3" fmla="*/ 0 h 577282"/>
                <a:gd name="connsiteX4" fmla="*/ 577283 w 577283"/>
                <a:gd name="connsiteY4" fmla="*/ 288641 h 577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83" h="577282">
                  <a:moveTo>
                    <a:pt x="577283" y="288641"/>
                  </a:moveTo>
                  <a:cubicBezTo>
                    <a:pt x="577283" y="448054"/>
                    <a:pt x="448054" y="577283"/>
                    <a:pt x="288642" y="577283"/>
                  </a:cubicBezTo>
                  <a:cubicBezTo>
                    <a:pt x="129229" y="577283"/>
                    <a:pt x="0" y="448054"/>
                    <a:pt x="0" y="288641"/>
                  </a:cubicBezTo>
                  <a:cubicBezTo>
                    <a:pt x="0" y="129229"/>
                    <a:pt x="129230" y="0"/>
                    <a:pt x="288642" y="0"/>
                  </a:cubicBezTo>
                  <a:cubicBezTo>
                    <a:pt x="448054" y="0"/>
                    <a:pt x="577283" y="129229"/>
                    <a:pt x="577283" y="288641"/>
                  </a:cubicBezTo>
                  <a:close/>
                </a:path>
              </a:pathLst>
            </a:custGeom>
            <a:solidFill>
              <a:schemeClr val="accent3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0496EA-417C-43FB-9C8D-2A18916FA270}"/>
                </a:ext>
              </a:extLst>
            </p:cNvPr>
            <p:cNvSpPr/>
            <p:nvPr/>
          </p:nvSpPr>
          <p:spPr>
            <a:xfrm>
              <a:off x="814260" y="4254365"/>
              <a:ext cx="861161" cy="652138"/>
            </a:xfrm>
            <a:custGeom>
              <a:avLst/>
              <a:gdLst>
                <a:gd name="connsiteX0" fmla="*/ 45910 w 861161"/>
                <a:gd name="connsiteY0" fmla="*/ 0 h 652138"/>
                <a:gd name="connsiteX1" fmla="*/ 861162 w 861161"/>
                <a:gd name="connsiteY1" fmla="*/ 397205 h 652138"/>
                <a:gd name="connsiteX2" fmla="*/ 254933 w 861161"/>
                <a:gd name="connsiteY2" fmla="*/ 606228 h 652138"/>
                <a:gd name="connsiteX3" fmla="*/ 45910 w 861161"/>
                <a:gd name="connsiteY3" fmla="*/ 0 h 65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161" h="652138">
                  <a:moveTo>
                    <a:pt x="45910" y="0"/>
                  </a:moveTo>
                  <a:lnTo>
                    <a:pt x="861162" y="397205"/>
                  </a:lnTo>
                  <a:cubicBezTo>
                    <a:pt x="751476" y="622330"/>
                    <a:pt x="480059" y="715913"/>
                    <a:pt x="254933" y="606228"/>
                  </a:cubicBezTo>
                  <a:cubicBezTo>
                    <a:pt x="29808" y="496543"/>
                    <a:pt x="-63775" y="225125"/>
                    <a:pt x="45910" y="0"/>
                  </a:cubicBezTo>
                  <a:close/>
                </a:path>
              </a:pathLst>
            </a:custGeom>
            <a:solidFill>
              <a:schemeClr val="accent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3575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F945394-4FD3-4BC5-A401-C559143233F4}"/>
              </a:ext>
            </a:extLst>
          </p:cNvPr>
          <p:cNvGrpSpPr/>
          <p:nvPr userDrawn="1"/>
        </p:nvGrpSpPr>
        <p:grpSpPr>
          <a:xfrm>
            <a:off x="750096" y="4386472"/>
            <a:ext cx="1396502" cy="1988277"/>
            <a:chOff x="750096" y="4386472"/>
            <a:chExt cx="1396502" cy="198827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A057C7-0C39-4B91-A1FD-6007F42348A2}"/>
                </a:ext>
              </a:extLst>
            </p:cNvPr>
            <p:cNvSpPr/>
            <p:nvPr/>
          </p:nvSpPr>
          <p:spPr>
            <a:xfrm>
              <a:off x="1050511" y="4386472"/>
              <a:ext cx="884111" cy="1988277"/>
            </a:xfrm>
            <a:custGeom>
              <a:avLst/>
              <a:gdLst>
                <a:gd name="connsiteX0" fmla="*/ 0 w 884111"/>
                <a:gd name="connsiteY0" fmla="*/ 0 h 1988277"/>
                <a:gd name="connsiteX1" fmla="*/ 884111 w 884111"/>
                <a:gd name="connsiteY1" fmla="*/ 0 h 1988277"/>
                <a:gd name="connsiteX2" fmla="*/ 884111 w 884111"/>
                <a:gd name="connsiteY2" fmla="*/ 1988277 h 1988277"/>
                <a:gd name="connsiteX3" fmla="*/ 0 w 884111"/>
                <a:gd name="connsiteY3" fmla="*/ 1988277 h 198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988277">
                  <a:moveTo>
                    <a:pt x="0" y="0"/>
                  </a:moveTo>
                  <a:lnTo>
                    <a:pt x="884111" y="0"/>
                  </a:lnTo>
                  <a:lnTo>
                    <a:pt x="884111" y="1988277"/>
                  </a:lnTo>
                  <a:lnTo>
                    <a:pt x="0" y="1988277"/>
                  </a:lnTo>
                  <a:close/>
                </a:path>
              </a:pathLst>
            </a:custGeom>
            <a:solidFill>
              <a:schemeClr val="accent3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B12E7A-54C1-4EC0-BB5E-BE2DED74C4A1}"/>
                </a:ext>
              </a:extLst>
            </p:cNvPr>
            <p:cNvSpPr/>
            <p:nvPr/>
          </p:nvSpPr>
          <p:spPr>
            <a:xfrm>
              <a:off x="750096" y="4636442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bg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E69B03B-43F4-4F9B-9AB5-BA93510B9F19}"/>
                </a:ext>
              </a:extLst>
            </p:cNvPr>
            <p:cNvSpPr/>
            <p:nvPr/>
          </p:nvSpPr>
          <p:spPr>
            <a:xfrm>
              <a:off x="750096" y="4889903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bg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C5F190-35A1-4A4A-828B-1E00396A0EEE}"/>
                </a:ext>
              </a:extLst>
            </p:cNvPr>
            <p:cNvSpPr/>
            <p:nvPr/>
          </p:nvSpPr>
          <p:spPr>
            <a:xfrm>
              <a:off x="803792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6D7761-0AD4-4E15-8606-8DED94365480}"/>
                </a:ext>
              </a:extLst>
            </p:cNvPr>
            <p:cNvSpPr/>
            <p:nvPr/>
          </p:nvSpPr>
          <p:spPr>
            <a:xfrm>
              <a:off x="1526885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99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C8FE81-5735-42BA-87F1-DA163126BB78}"/>
              </a:ext>
            </a:extLst>
          </p:cNvPr>
          <p:cNvGrpSpPr/>
          <p:nvPr userDrawn="1"/>
        </p:nvGrpSpPr>
        <p:grpSpPr>
          <a:xfrm>
            <a:off x="839788" y="631216"/>
            <a:ext cx="2237431" cy="2735899"/>
            <a:chOff x="865822" y="550830"/>
            <a:chExt cx="2656398" cy="32482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6986C9B-4CCE-42FF-8AAD-5457295EC0C5}"/>
                </a:ext>
              </a:extLst>
            </p:cNvPr>
            <p:cNvSpPr/>
            <p:nvPr/>
          </p:nvSpPr>
          <p:spPr>
            <a:xfrm>
              <a:off x="865822" y="2225582"/>
              <a:ext cx="1157097" cy="1167831"/>
            </a:xfrm>
            <a:custGeom>
              <a:avLst/>
              <a:gdLst>
                <a:gd name="connsiteX0" fmla="*/ 0 w 1157097"/>
                <a:gd name="connsiteY0" fmla="*/ 0 h 1167831"/>
                <a:gd name="connsiteX1" fmla="*/ 437807 w 1157097"/>
                <a:gd name="connsiteY1" fmla="*/ 345291 h 1167831"/>
                <a:gd name="connsiteX2" fmla="*/ 1035272 w 1157097"/>
                <a:gd name="connsiteY2" fmla="*/ 1038092 h 1167831"/>
                <a:gd name="connsiteX3" fmla="*/ 1157097 w 1157097"/>
                <a:gd name="connsiteY3" fmla="*/ 1167832 h 1167831"/>
                <a:gd name="connsiteX4" fmla="*/ 0 w 1157097"/>
                <a:gd name="connsiteY4" fmla="*/ 1167832 h 116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097" h="1167831">
                  <a:moveTo>
                    <a:pt x="0" y="0"/>
                  </a:moveTo>
                  <a:cubicBezTo>
                    <a:pt x="224971" y="17688"/>
                    <a:pt x="331661" y="102013"/>
                    <a:pt x="437807" y="345291"/>
                  </a:cubicBezTo>
                  <a:cubicBezTo>
                    <a:pt x="569490" y="643852"/>
                    <a:pt x="742522" y="844620"/>
                    <a:pt x="1035272" y="1038092"/>
                  </a:cubicBezTo>
                  <a:cubicBezTo>
                    <a:pt x="1085425" y="1071268"/>
                    <a:pt x="1127140" y="1115693"/>
                    <a:pt x="1157097" y="1167832"/>
                  </a:cubicBezTo>
                  <a:lnTo>
                    <a:pt x="0" y="1167832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BA8051A-286F-4DC0-9033-2F6ED3BD30AB}"/>
                </a:ext>
              </a:extLst>
            </p:cNvPr>
            <p:cNvSpPr/>
            <p:nvPr/>
          </p:nvSpPr>
          <p:spPr>
            <a:xfrm>
              <a:off x="1764639" y="2631214"/>
              <a:ext cx="1157106" cy="1167822"/>
            </a:xfrm>
            <a:custGeom>
              <a:avLst/>
              <a:gdLst>
                <a:gd name="connsiteX0" fmla="*/ 1157107 w 1157106"/>
                <a:gd name="connsiteY0" fmla="*/ 1167822 h 1167822"/>
                <a:gd name="connsiteX1" fmla="*/ 719300 w 1157106"/>
                <a:gd name="connsiteY1" fmla="*/ 822532 h 1167822"/>
                <a:gd name="connsiteX2" fmla="*/ 121825 w 1157106"/>
                <a:gd name="connsiteY2" fmla="*/ 129740 h 1167822"/>
                <a:gd name="connsiteX3" fmla="*/ 0 w 1157106"/>
                <a:gd name="connsiteY3" fmla="*/ 0 h 1167822"/>
                <a:gd name="connsiteX4" fmla="*/ 1157107 w 1157106"/>
                <a:gd name="connsiteY4" fmla="*/ 0 h 11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106" h="1167822">
                  <a:moveTo>
                    <a:pt x="1157107" y="1167822"/>
                  </a:moveTo>
                  <a:cubicBezTo>
                    <a:pt x="932126" y="1150134"/>
                    <a:pt x="825437" y="1065809"/>
                    <a:pt x="719300" y="822532"/>
                  </a:cubicBezTo>
                  <a:cubicBezTo>
                    <a:pt x="587616" y="523970"/>
                    <a:pt x="414576" y="323202"/>
                    <a:pt x="121825" y="129740"/>
                  </a:cubicBezTo>
                  <a:cubicBezTo>
                    <a:pt x="71673" y="96564"/>
                    <a:pt x="29957" y="52139"/>
                    <a:pt x="0" y="0"/>
                  </a:cubicBezTo>
                  <a:lnTo>
                    <a:pt x="115710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4592F1-4806-4F5E-839B-30E40F378EB4}"/>
                </a:ext>
              </a:extLst>
            </p:cNvPr>
            <p:cNvSpPr/>
            <p:nvPr/>
          </p:nvSpPr>
          <p:spPr>
            <a:xfrm>
              <a:off x="2321261" y="2215353"/>
              <a:ext cx="1200959" cy="598093"/>
            </a:xfrm>
            <a:custGeom>
              <a:avLst/>
              <a:gdLst>
                <a:gd name="connsiteX0" fmla="*/ 1200960 w 1200959"/>
                <a:gd name="connsiteY0" fmla="*/ 598093 h 598093"/>
                <a:gd name="connsiteX1" fmla="*/ 598088 w 1200959"/>
                <a:gd name="connsiteY1" fmla="*/ 5 h 598093"/>
                <a:gd name="connsiteX2" fmla="*/ 0 w 1200959"/>
                <a:gd name="connsiteY2" fmla="*/ 598093 h 59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0959" h="598093">
                  <a:moveTo>
                    <a:pt x="1200960" y="598093"/>
                  </a:moveTo>
                  <a:cubicBezTo>
                    <a:pt x="1199639" y="266457"/>
                    <a:pt x="929724" y="-1316"/>
                    <a:pt x="598088" y="5"/>
                  </a:cubicBezTo>
                  <a:cubicBezTo>
                    <a:pt x="268319" y="1318"/>
                    <a:pt x="1313" y="268324"/>
                    <a:pt x="0" y="5980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829615-7555-44DF-B735-CC693C28B9C4}"/>
                </a:ext>
              </a:extLst>
            </p:cNvPr>
            <p:cNvSpPr/>
            <p:nvPr/>
          </p:nvSpPr>
          <p:spPr>
            <a:xfrm>
              <a:off x="1444380" y="1296332"/>
              <a:ext cx="654634" cy="566928"/>
            </a:xfrm>
            <a:custGeom>
              <a:avLst/>
              <a:gdLst>
                <a:gd name="connsiteX0" fmla="*/ 327317 w 654634"/>
                <a:gd name="connsiteY0" fmla="*/ 0 h 566928"/>
                <a:gd name="connsiteX1" fmla="*/ 490976 w 654634"/>
                <a:gd name="connsiteY1" fmla="*/ 283464 h 566928"/>
                <a:gd name="connsiteX2" fmla="*/ 654634 w 654634"/>
                <a:gd name="connsiteY2" fmla="*/ 566928 h 566928"/>
                <a:gd name="connsiteX3" fmla="*/ 327317 w 654634"/>
                <a:gd name="connsiteY3" fmla="*/ 566928 h 566928"/>
                <a:gd name="connsiteX4" fmla="*/ 0 w 654634"/>
                <a:gd name="connsiteY4" fmla="*/ 566928 h 566928"/>
                <a:gd name="connsiteX5" fmla="*/ 163659 w 654634"/>
                <a:gd name="connsiteY5" fmla="*/ 283464 h 566928"/>
                <a:gd name="connsiteX6" fmla="*/ 327317 w 65463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C247127-CEBA-4B34-A9C2-62C7E64DE2A7}"/>
                </a:ext>
              </a:extLst>
            </p:cNvPr>
            <p:cNvSpPr/>
            <p:nvPr/>
          </p:nvSpPr>
          <p:spPr>
            <a:xfrm>
              <a:off x="2422359" y="550830"/>
              <a:ext cx="654634" cy="566927"/>
            </a:xfrm>
            <a:custGeom>
              <a:avLst/>
              <a:gdLst>
                <a:gd name="connsiteX0" fmla="*/ 327317 w 654634"/>
                <a:gd name="connsiteY0" fmla="*/ 0 h 566927"/>
                <a:gd name="connsiteX1" fmla="*/ 490976 w 654634"/>
                <a:gd name="connsiteY1" fmla="*/ 283464 h 566927"/>
                <a:gd name="connsiteX2" fmla="*/ 654634 w 654634"/>
                <a:gd name="connsiteY2" fmla="*/ 566928 h 566927"/>
                <a:gd name="connsiteX3" fmla="*/ 327317 w 654634"/>
                <a:gd name="connsiteY3" fmla="*/ 566928 h 566927"/>
                <a:gd name="connsiteX4" fmla="*/ 0 w 654634"/>
                <a:gd name="connsiteY4" fmla="*/ 566928 h 566927"/>
                <a:gd name="connsiteX5" fmla="*/ 163658 w 654634"/>
                <a:gd name="connsiteY5" fmla="*/ 283464 h 566927"/>
                <a:gd name="connsiteX6" fmla="*/ 327317 w 654634"/>
                <a:gd name="connsiteY6" fmla="*/ 0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7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8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C5B8255-CCD1-4D86-B5C7-1A8B9D2466FF}"/>
                </a:ext>
              </a:extLst>
            </p:cNvPr>
            <p:cNvSpPr/>
            <p:nvPr/>
          </p:nvSpPr>
          <p:spPr>
            <a:xfrm>
              <a:off x="2749676" y="834294"/>
              <a:ext cx="654624" cy="566928"/>
            </a:xfrm>
            <a:custGeom>
              <a:avLst/>
              <a:gdLst>
                <a:gd name="connsiteX0" fmla="*/ 327317 w 654624"/>
                <a:gd name="connsiteY0" fmla="*/ 0 h 566928"/>
                <a:gd name="connsiteX1" fmla="*/ 490976 w 654624"/>
                <a:gd name="connsiteY1" fmla="*/ 283464 h 566928"/>
                <a:gd name="connsiteX2" fmla="*/ 654625 w 654624"/>
                <a:gd name="connsiteY2" fmla="*/ 566928 h 566928"/>
                <a:gd name="connsiteX3" fmla="*/ 327317 w 654624"/>
                <a:gd name="connsiteY3" fmla="*/ 566928 h 566928"/>
                <a:gd name="connsiteX4" fmla="*/ 0 w 654624"/>
                <a:gd name="connsiteY4" fmla="*/ 566928 h 566928"/>
                <a:gd name="connsiteX5" fmla="*/ 163659 w 654624"/>
                <a:gd name="connsiteY5" fmla="*/ 283464 h 566928"/>
                <a:gd name="connsiteX6" fmla="*/ 327317 w 65462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2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25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759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957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02501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889BDD-A5DA-449C-9F32-411F60AB59E7}"/>
              </a:ext>
            </a:extLst>
          </p:cNvPr>
          <p:cNvSpPr/>
          <p:nvPr userDrawn="1"/>
        </p:nvSpPr>
        <p:spPr>
          <a:xfrm>
            <a:off x="6614160" y="0"/>
            <a:ext cx="55778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1DB9A8-CFC3-43D6-97EF-9821CEC4EB86}"/>
              </a:ext>
            </a:extLst>
          </p:cNvPr>
          <p:cNvSpPr/>
          <p:nvPr userDrawn="1"/>
        </p:nvSpPr>
        <p:spPr>
          <a:xfrm>
            <a:off x="7394606" y="2098115"/>
            <a:ext cx="3504111" cy="149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097088"/>
            <a:ext cx="4932362" cy="1735772"/>
          </a:xfrm>
        </p:spPr>
        <p:txBody>
          <a:bodyPr anchor="t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8863209" y="1651018"/>
            <a:ext cx="580592" cy="2334362"/>
            <a:chOff x="11870514" y="244569"/>
            <a:chExt cx="151518" cy="609202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25D05D-BADA-4CE4-87CE-12CFA0CDE945}"/>
              </a:ext>
            </a:extLst>
          </p:cNvPr>
          <p:cNvSpPr/>
          <p:nvPr userDrawn="1"/>
        </p:nvSpPr>
        <p:spPr>
          <a:xfrm>
            <a:off x="9431648" y="435724"/>
            <a:ext cx="1226389" cy="1226389"/>
          </a:xfrm>
          <a:custGeom>
            <a:avLst/>
            <a:gdLst>
              <a:gd name="connsiteX0" fmla="*/ 2139813 w 2139848"/>
              <a:gd name="connsiteY0" fmla="*/ 1069841 h 2139848"/>
              <a:gd name="connsiteX1" fmla="*/ 1069898 w 2139848"/>
              <a:gd name="connsiteY1" fmla="*/ 2139775 h 2139848"/>
              <a:gd name="connsiteX2" fmla="*/ -36 w 2139848"/>
              <a:gd name="connsiteY2" fmla="*/ 1069860 h 2139848"/>
              <a:gd name="connsiteX3" fmla="*/ 1069879 w 2139848"/>
              <a:gd name="connsiteY3" fmla="*/ -73 h 2139848"/>
              <a:gd name="connsiteX4" fmla="*/ 1069898 w 2139848"/>
              <a:gd name="connsiteY4" fmla="*/ -73 h 2139848"/>
              <a:gd name="connsiteX5" fmla="*/ 2139813 w 2139848"/>
              <a:gd name="connsiteY5" fmla="*/ 1069841 h 213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9848" h="2139848">
                <a:moveTo>
                  <a:pt x="2139813" y="1069841"/>
                </a:moveTo>
                <a:cubicBezTo>
                  <a:pt x="2139818" y="1660744"/>
                  <a:pt x="1660801" y="2139770"/>
                  <a:pt x="1069898" y="2139775"/>
                </a:cubicBezTo>
                <a:cubicBezTo>
                  <a:pt x="478995" y="2139780"/>
                  <a:pt x="-30" y="1660763"/>
                  <a:pt x="-36" y="1069860"/>
                </a:cubicBezTo>
                <a:cubicBezTo>
                  <a:pt x="-41" y="478958"/>
                  <a:pt x="478976" y="-68"/>
                  <a:pt x="1069879" y="-73"/>
                </a:cubicBezTo>
                <a:cubicBezTo>
                  <a:pt x="1069886" y="-73"/>
                  <a:pt x="1069892" y="-73"/>
                  <a:pt x="1069898" y="-73"/>
                </a:cubicBezTo>
                <a:cubicBezTo>
                  <a:pt x="1660796" y="-73"/>
                  <a:pt x="2139813" y="478944"/>
                  <a:pt x="2139813" y="1069841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7738557" y="4327499"/>
            <a:ext cx="1296934" cy="656431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051F08-BCC2-42B7-A7D2-2EF1738B42C5}"/>
              </a:ext>
            </a:extLst>
          </p:cNvPr>
          <p:cNvSpPr/>
          <p:nvPr userDrawn="1"/>
        </p:nvSpPr>
        <p:spPr>
          <a:xfrm>
            <a:off x="10241991" y="4688420"/>
            <a:ext cx="1546225" cy="1674896"/>
          </a:xfrm>
          <a:custGeom>
            <a:avLst/>
            <a:gdLst>
              <a:gd name="connsiteX0" fmla="*/ 1442050 w 2031330"/>
              <a:gd name="connsiteY0" fmla="*/ 1615462 h 2200369"/>
              <a:gd name="connsiteX1" fmla="*/ -36 w 2031330"/>
              <a:gd name="connsiteY1" fmla="*/ 2200296 h 2200369"/>
              <a:gd name="connsiteX2" fmla="*/ -36 w 2031330"/>
              <a:gd name="connsiteY2" fmla="*/ -73 h 2200369"/>
              <a:gd name="connsiteX3" fmla="*/ 2025646 w 2031330"/>
              <a:gd name="connsiteY3" fmla="*/ -73 h 2200369"/>
              <a:gd name="connsiteX4" fmla="*/ 2031295 w 2031330"/>
              <a:gd name="connsiteY4" fmla="*/ 172500 h 2200369"/>
              <a:gd name="connsiteX5" fmla="*/ 1442050 w 2031330"/>
              <a:gd name="connsiteY5" fmla="*/ 1615462 h 220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330" h="2200369">
                <a:moveTo>
                  <a:pt x="1442050" y="1615462"/>
                </a:moveTo>
                <a:cubicBezTo>
                  <a:pt x="1063812" y="1991432"/>
                  <a:pt x="551738" y="2199097"/>
                  <a:pt x="-36" y="2200296"/>
                </a:cubicBezTo>
                <a:lnTo>
                  <a:pt x="-36" y="-73"/>
                </a:lnTo>
                <a:lnTo>
                  <a:pt x="2025646" y="-73"/>
                </a:lnTo>
                <a:cubicBezTo>
                  <a:pt x="2029456" y="52419"/>
                  <a:pt x="2031295" y="109026"/>
                  <a:pt x="2031295" y="172500"/>
                </a:cubicBezTo>
                <a:cubicBezTo>
                  <a:pt x="2031352" y="725150"/>
                  <a:pt x="1822011" y="1237671"/>
                  <a:pt x="1442050" y="161546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nb-NO" dirty="0"/>
              <a:t> 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522678"/>
            <a:ext cx="4932362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2964" y="5403520"/>
            <a:ext cx="4919186" cy="79725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7541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162" y="2097088"/>
            <a:ext cx="6300788" cy="1655761"/>
          </a:xfrm>
        </p:spPr>
        <p:txBody>
          <a:bodyPr anchor="b"/>
          <a:lstStyle>
            <a:lvl1pPr>
              <a:defRPr cap="all" baseline="0"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768927" y="5069545"/>
            <a:ext cx="407476" cy="1638320"/>
            <a:chOff x="11870514" y="244569"/>
            <a:chExt cx="151518" cy="609202"/>
          </a:xfrm>
          <a:solidFill>
            <a:schemeClr val="bg2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10624944" y="4676005"/>
            <a:ext cx="385955" cy="77193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11181162" y="5784447"/>
            <a:ext cx="562482" cy="557322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8205282" y="6199422"/>
            <a:ext cx="562481" cy="284695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6161" y="4522678"/>
            <a:ext cx="6300789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25393" y="5403520"/>
            <a:ext cx="6283957" cy="79725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980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" userDrawn="1">
          <p15:clr>
            <a:srgbClr val="FBAE40"/>
          </p15:clr>
        </p15:guide>
        <p15:guide id="2" pos="5428" userDrawn="1">
          <p15:clr>
            <a:srgbClr val="FBAE40"/>
          </p15:clr>
        </p15:guide>
        <p15:guide id="3" orient="horz" pos="236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10514012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430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o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4932362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9851" y="2097088"/>
            <a:ext cx="4933950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9278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3636" userDrawn="1">
          <p15:clr>
            <a:srgbClr val="FBAE40"/>
          </p15:clr>
        </p15:guide>
        <p15:guide id="3" pos="4044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re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3060700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291513" y="2097088"/>
            <a:ext cx="3062287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768B532-41DC-4774-AEC1-0AB166390D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48187" y="2098677"/>
            <a:ext cx="3095625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080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2457" userDrawn="1">
          <p15:clr>
            <a:srgbClr val="FBAE40"/>
          </p15:clr>
        </p15:guide>
        <p15:guide id="3" pos="5223" userDrawn="1">
          <p15:clr>
            <a:srgbClr val="FBAE40"/>
          </p15:clr>
        </p15:guide>
        <p15:guide id="4" pos="2865" userDrawn="1">
          <p15:clr>
            <a:srgbClr val="FBAE40"/>
          </p15:clr>
        </p15:guide>
        <p15:guide id="5" pos="481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9969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ekst alterna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829F-C6B1-4E47-BE73-78ADAC85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012193"/>
            <a:ext cx="10512425" cy="992117"/>
          </a:xfrm>
        </p:spPr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6F8E5-4F25-4B20-9C00-5D1EE30C2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004310"/>
            <a:ext cx="10512425" cy="2196465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50520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hel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1793A7B-AE56-C74D-83CD-6C0067FBC0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4E7DB-23CD-4B89-B557-9FC8FFE2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16817"/>
            <a:ext cx="10512425" cy="1183958"/>
          </a:xfrm>
        </p:spPr>
        <p:txBody>
          <a:bodyPr anchor="b"/>
          <a:lstStyle/>
          <a:p>
            <a:r>
              <a:rPr lang="nb-NO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59804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esentasj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D25A7A-261A-0B43-A8E9-F01017A8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4082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39" name="Picture Placeholder 8">
            <a:extLst>
              <a:ext uri="{FF2B5EF4-FFF2-40B4-BE49-F238E27FC236}">
                <a16:creationId xmlns:a16="http://schemas.microsoft.com/office/drawing/2014/main" id="{9166DD9E-55E8-7C4D-A3FB-F01421C541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70275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869A3281-93B9-D044-95C7-95EE88207E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6468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04C4C85B-DBC6-1C48-8254-CC69EED702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2661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E176FB11-84E3-7D49-9208-B88D1A3862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8854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51E255ED-408C-D643-901C-F53FAC7054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95047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3" name="Text Placeholder 43">
            <a:extLst>
              <a:ext uri="{FF2B5EF4-FFF2-40B4-BE49-F238E27FC236}">
                <a16:creationId xmlns:a16="http://schemas.microsoft.com/office/drawing/2014/main" id="{35CFAD26-538C-DC40-8739-EEB6E08278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4082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511DB-D674-420C-B7DB-FCE430DD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78EE076-7091-4FDF-9F9F-12213C717D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16" name="Text Placeholder 43">
            <a:extLst>
              <a:ext uri="{FF2B5EF4-FFF2-40B4-BE49-F238E27FC236}">
                <a16:creationId xmlns:a16="http://schemas.microsoft.com/office/drawing/2014/main" id="{5B6A213F-AF74-4411-8EC9-FBC6D18337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4489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7" name="Text Placeholder 43">
            <a:extLst>
              <a:ext uri="{FF2B5EF4-FFF2-40B4-BE49-F238E27FC236}">
                <a16:creationId xmlns:a16="http://schemas.microsoft.com/office/drawing/2014/main" id="{AD9DFCE4-B57B-41AC-85B4-D7B137AA22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0275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18" name="Text Placeholder 43">
            <a:extLst>
              <a:ext uri="{FF2B5EF4-FFF2-40B4-BE49-F238E27FC236}">
                <a16:creationId xmlns:a16="http://schemas.microsoft.com/office/drawing/2014/main" id="{77751DDC-CE5B-46CC-99BB-D2098F0C40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70682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9" name="Text Placeholder 43">
            <a:extLst>
              <a:ext uri="{FF2B5EF4-FFF2-40B4-BE49-F238E27FC236}">
                <a16:creationId xmlns:a16="http://schemas.microsoft.com/office/drawing/2014/main" id="{854A9599-0E03-4F99-A393-2B726FC1CF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6468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0" name="Text Placeholder 43">
            <a:extLst>
              <a:ext uri="{FF2B5EF4-FFF2-40B4-BE49-F238E27FC236}">
                <a16:creationId xmlns:a16="http://schemas.microsoft.com/office/drawing/2014/main" id="{8A717B5A-B8B7-4B69-B200-CC98D5A8CE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6875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1" name="Text Placeholder 43">
            <a:extLst>
              <a:ext uri="{FF2B5EF4-FFF2-40B4-BE49-F238E27FC236}">
                <a16:creationId xmlns:a16="http://schemas.microsoft.com/office/drawing/2014/main" id="{275E3578-3468-479F-967C-8596161142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82661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D7680D0C-9FF8-4EA2-A750-FD4B1E08B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068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9" name="Text Placeholder 43">
            <a:extLst>
              <a:ext uri="{FF2B5EF4-FFF2-40B4-BE49-F238E27FC236}">
                <a16:creationId xmlns:a16="http://schemas.microsoft.com/office/drawing/2014/main" id="{2174DF87-DD9C-4F26-9739-C96B8CA14E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88854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0" name="Text Placeholder 43">
            <a:extLst>
              <a:ext uri="{FF2B5EF4-FFF2-40B4-BE49-F238E27FC236}">
                <a16:creationId xmlns:a16="http://schemas.microsoft.com/office/drawing/2014/main" id="{6C5C1C35-FF3B-4752-9875-71C26C964E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9261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31" name="Text Placeholder 43">
            <a:extLst>
              <a:ext uri="{FF2B5EF4-FFF2-40B4-BE49-F238E27FC236}">
                <a16:creationId xmlns:a16="http://schemas.microsoft.com/office/drawing/2014/main" id="{A518452F-E319-4DBC-B581-65606C70A8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95047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A4039489-543D-4674-867A-98A71D5E04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95454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</p:spTree>
    <p:extLst>
      <p:ext uri="{BB962C8B-B14F-4D97-AF65-F5344CB8AC3E}">
        <p14:creationId xmlns:p14="http://schemas.microsoft.com/office/powerpoint/2010/main" val="332842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E7617F-1713-6E46-B84A-8052BACCF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788" y="728663"/>
            <a:ext cx="6958012" cy="39592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8083-FE02-453F-821F-FBDFB3E2432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8" y="5083175"/>
            <a:ext cx="10512425" cy="1117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53966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BDFA3C1-F872-0847-9544-A55FC81CE3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47144-F823-49DE-9E9C-B4AF1D0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6475" y="2097088"/>
            <a:ext cx="3995737" cy="1027112"/>
          </a:xfrm>
        </p:spPr>
        <p:txBody>
          <a:bodyPr/>
          <a:lstStyle>
            <a:lvl1pPr>
              <a:defRPr sz="240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E14F4-85CE-49B2-9FE4-DB9D47B886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56475" y="3124200"/>
            <a:ext cx="3995737" cy="307657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6462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634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helside og tekst i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DDC61C69-7FAC-EB45-A815-46BB221411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06C54D-ABD6-4B86-9BD8-3EF0CB9405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457575"/>
            <a:ext cx="4583112" cy="27432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89121-44BA-433B-83C4-D11B94CA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073" y="3838188"/>
            <a:ext cx="3884612" cy="901451"/>
          </a:xfrm>
        </p:spPr>
        <p:txBody>
          <a:bodyPr/>
          <a:lstStyle>
            <a:lvl1pPr>
              <a:defRPr sz="240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D75F25-8BE2-4558-8378-251C0277BC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89074" y="4865300"/>
            <a:ext cx="3884612" cy="102711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7979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7277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AC0D0B-6F84-4D31-A25F-04E1D9B501A5}"/>
              </a:ext>
            </a:extLst>
          </p:cNvPr>
          <p:cNvGrpSpPr/>
          <p:nvPr userDrawn="1"/>
        </p:nvGrpSpPr>
        <p:grpSpPr>
          <a:xfrm>
            <a:off x="660300" y="2885033"/>
            <a:ext cx="3312004" cy="3338170"/>
            <a:chOff x="660300" y="2885033"/>
            <a:chExt cx="3312004" cy="333817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FFD3805-A73E-48C5-8D29-6B8002E43B18}"/>
                </a:ext>
              </a:extLst>
            </p:cNvPr>
            <p:cNvSpPr/>
            <p:nvPr/>
          </p:nvSpPr>
          <p:spPr>
            <a:xfrm>
              <a:off x="1395615" y="3633814"/>
              <a:ext cx="2576689" cy="2589389"/>
            </a:xfrm>
            <a:custGeom>
              <a:avLst/>
              <a:gdLst>
                <a:gd name="connsiteX0" fmla="*/ 2576690 w 2576689"/>
                <a:gd name="connsiteY0" fmla="*/ 2589389 h 2589389"/>
                <a:gd name="connsiteX1" fmla="*/ 0 w 2576689"/>
                <a:gd name="connsiteY1" fmla="*/ 2589389 h 2589389"/>
                <a:gd name="connsiteX2" fmla="*/ 0 w 2576689"/>
                <a:gd name="connsiteY2" fmla="*/ 0 h 2589389"/>
                <a:gd name="connsiteX3" fmla="*/ 11599 w 2576689"/>
                <a:gd name="connsiteY3" fmla="*/ 874 h 2589389"/>
                <a:gd name="connsiteX4" fmla="*/ 990588 w 2576689"/>
                <a:gd name="connsiteY4" fmla="*/ 766757 h 2589389"/>
                <a:gd name="connsiteX5" fmla="*/ 2290581 w 2576689"/>
                <a:gd name="connsiteY5" fmla="*/ 2273846 h 2589389"/>
                <a:gd name="connsiteX6" fmla="*/ 2568112 w 2576689"/>
                <a:gd name="connsiteY6" fmla="*/ 2573475 h 2589389"/>
                <a:gd name="connsiteX7" fmla="*/ 21579 w 2576689"/>
                <a:gd name="connsiteY7" fmla="*/ 2567810 h 2589389"/>
                <a:gd name="connsiteX8" fmla="*/ 2540286 w 2576689"/>
                <a:gd name="connsiteY8" fmla="*/ 2567810 h 2589389"/>
                <a:gd name="connsiteX9" fmla="*/ 2278539 w 2576689"/>
                <a:gd name="connsiteY9" fmla="*/ 2291757 h 2589389"/>
                <a:gd name="connsiteX10" fmla="*/ 970832 w 2576689"/>
                <a:gd name="connsiteY10" fmla="*/ 775431 h 2589389"/>
                <a:gd name="connsiteX11" fmla="*/ 21579 w 2576689"/>
                <a:gd name="connsiteY11" fmla="*/ 23273 h 2589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76689" h="2589389">
                  <a:moveTo>
                    <a:pt x="2576690" y="2589389"/>
                  </a:moveTo>
                  <a:lnTo>
                    <a:pt x="0" y="2589389"/>
                  </a:lnTo>
                  <a:lnTo>
                    <a:pt x="0" y="0"/>
                  </a:lnTo>
                  <a:lnTo>
                    <a:pt x="11599" y="874"/>
                  </a:lnTo>
                  <a:cubicBezTo>
                    <a:pt x="516339" y="38983"/>
                    <a:pt x="754230" y="225083"/>
                    <a:pt x="990588" y="766757"/>
                  </a:cubicBezTo>
                  <a:cubicBezTo>
                    <a:pt x="1276956" y="1416219"/>
                    <a:pt x="1653591" y="1852801"/>
                    <a:pt x="2290581" y="2273846"/>
                  </a:cubicBezTo>
                  <a:cubicBezTo>
                    <a:pt x="2412450" y="2357045"/>
                    <a:pt x="2505780" y="2457831"/>
                    <a:pt x="2568112" y="2573475"/>
                  </a:cubicBezTo>
                  <a:close/>
                  <a:moveTo>
                    <a:pt x="21579" y="2567810"/>
                  </a:moveTo>
                  <a:lnTo>
                    <a:pt x="2540286" y="2567810"/>
                  </a:lnTo>
                  <a:cubicBezTo>
                    <a:pt x="2479745" y="2461866"/>
                    <a:pt x="2391776" y="2369065"/>
                    <a:pt x="2278539" y="2291757"/>
                  </a:cubicBezTo>
                  <a:cubicBezTo>
                    <a:pt x="1637935" y="1868327"/>
                    <a:pt x="1259024" y="1428994"/>
                    <a:pt x="970832" y="775431"/>
                  </a:cubicBezTo>
                  <a:cubicBezTo>
                    <a:pt x="740214" y="246921"/>
                    <a:pt x="508538" y="62655"/>
                    <a:pt x="21579" y="23273"/>
                  </a:cubicBezTo>
                  <a:close/>
                </a:path>
              </a:pathLst>
            </a:custGeom>
            <a:solidFill>
              <a:schemeClr val="tx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B77F8E-5EE5-4409-A445-67FC53D39443}"/>
                </a:ext>
              </a:extLst>
            </p:cNvPr>
            <p:cNvSpPr/>
            <p:nvPr/>
          </p:nvSpPr>
          <p:spPr>
            <a:xfrm>
              <a:off x="1901726" y="5383573"/>
              <a:ext cx="727687" cy="626318"/>
            </a:xfrm>
            <a:custGeom>
              <a:avLst/>
              <a:gdLst>
                <a:gd name="connsiteX0" fmla="*/ 363860 w 727687"/>
                <a:gd name="connsiteY0" fmla="*/ 0 h 626318"/>
                <a:gd name="connsiteX1" fmla="*/ 727687 w 727687"/>
                <a:gd name="connsiteY1" fmla="*/ 626318 h 626318"/>
                <a:gd name="connsiteX2" fmla="*/ 0 w 727687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687" h="626318">
                  <a:moveTo>
                    <a:pt x="363860" y="0"/>
                  </a:moveTo>
                  <a:lnTo>
                    <a:pt x="727687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29F0D6-100E-48B8-8537-F06E249EB5EE}"/>
                </a:ext>
              </a:extLst>
            </p:cNvPr>
            <p:cNvSpPr/>
            <p:nvPr/>
          </p:nvSpPr>
          <p:spPr>
            <a:xfrm>
              <a:off x="2408149" y="5383573"/>
              <a:ext cx="727730" cy="626318"/>
            </a:xfrm>
            <a:custGeom>
              <a:avLst/>
              <a:gdLst>
                <a:gd name="connsiteX0" fmla="*/ 363860 w 727730"/>
                <a:gd name="connsiteY0" fmla="*/ 0 h 626318"/>
                <a:gd name="connsiteX1" fmla="*/ 727730 w 727730"/>
                <a:gd name="connsiteY1" fmla="*/ 626318 h 626318"/>
                <a:gd name="connsiteX2" fmla="*/ 0 w 727730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730" h="626318">
                  <a:moveTo>
                    <a:pt x="363860" y="0"/>
                  </a:moveTo>
                  <a:lnTo>
                    <a:pt x="727730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F8AA0-24FF-46DD-861B-53C5A07732F4}"/>
                </a:ext>
              </a:extLst>
            </p:cNvPr>
            <p:cNvSpPr/>
            <p:nvPr/>
          </p:nvSpPr>
          <p:spPr>
            <a:xfrm>
              <a:off x="965548" y="2885033"/>
              <a:ext cx="882294" cy="1860137"/>
            </a:xfrm>
            <a:custGeom>
              <a:avLst/>
              <a:gdLst>
                <a:gd name="connsiteX0" fmla="*/ 882294 w 882294"/>
                <a:gd name="connsiteY0" fmla="*/ 0 h 1860137"/>
                <a:gd name="connsiteX1" fmla="*/ 882294 w 882294"/>
                <a:gd name="connsiteY1" fmla="*/ 0 h 1860137"/>
                <a:gd name="connsiteX2" fmla="*/ 1318 w 882294"/>
                <a:gd name="connsiteY2" fmla="*/ 979162 h 1860137"/>
                <a:gd name="connsiteX3" fmla="*/ 882294 w 882294"/>
                <a:gd name="connsiteY3" fmla="*/ 1860138 h 1860137"/>
                <a:gd name="connsiteX4" fmla="*/ 882294 w 882294"/>
                <a:gd name="connsiteY4" fmla="*/ 0 h 1860137"/>
                <a:gd name="connsiteX5" fmla="*/ 882294 w 882294"/>
                <a:gd name="connsiteY5" fmla="*/ 0 h 1860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2294" h="1860137">
                  <a:moveTo>
                    <a:pt x="882294" y="0"/>
                  </a:moveTo>
                  <a:lnTo>
                    <a:pt x="882294" y="0"/>
                  </a:lnTo>
                  <a:cubicBezTo>
                    <a:pt x="368632" y="27113"/>
                    <a:pt x="-25795" y="465499"/>
                    <a:pt x="1318" y="979162"/>
                  </a:cubicBezTo>
                  <a:cubicBezTo>
                    <a:pt x="26431" y="1454922"/>
                    <a:pt x="406534" y="1835025"/>
                    <a:pt x="882294" y="1860138"/>
                  </a:cubicBezTo>
                  <a:lnTo>
                    <a:pt x="882294" y="0"/>
                  </a:lnTo>
                  <a:lnTo>
                    <a:pt x="882294" y="0"/>
                  </a:lnTo>
                  <a:close/>
                </a:path>
              </a:pathLst>
            </a:custGeom>
            <a:solidFill>
              <a:schemeClr val="accent3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C69646-F568-4729-972C-0E5394F25F80}"/>
                </a:ext>
              </a:extLst>
            </p:cNvPr>
            <p:cNvSpPr/>
            <p:nvPr/>
          </p:nvSpPr>
          <p:spPr>
            <a:xfrm>
              <a:off x="660300" y="4764635"/>
              <a:ext cx="1187542" cy="1247501"/>
            </a:xfrm>
            <a:custGeom>
              <a:avLst/>
              <a:gdLst>
                <a:gd name="connsiteX0" fmla="*/ 1187543 w 1187542"/>
                <a:gd name="connsiteY0" fmla="*/ 1247501 h 1247501"/>
                <a:gd name="connsiteX1" fmla="*/ 1187543 w 1187542"/>
                <a:gd name="connsiteY1" fmla="*/ 1247501 h 1247501"/>
                <a:gd name="connsiteX2" fmla="*/ 1187543 w 1187542"/>
                <a:gd name="connsiteY2" fmla="*/ 0 h 1247501"/>
                <a:gd name="connsiteX3" fmla="*/ 0 w 1187542"/>
                <a:gd name="connsiteY3" fmla="*/ 0 h 1247501"/>
                <a:gd name="connsiteX4" fmla="*/ 0 w 1187542"/>
                <a:gd name="connsiteY4" fmla="*/ 637 h 1247501"/>
                <a:gd name="connsiteX5" fmla="*/ 946469 w 1187542"/>
                <a:gd name="connsiteY5" fmla="*/ 1210935 h 1247501"/>
                <a:gd name="connsiteX6" fmla="*/ 1187542 w 1187542"/>
                <a:gd name="connsiteY6" fmla="*/ 1247501 h 124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7542" h="1247501">
                  <a:moveTo>
                    <a:pt x="1187543" y="1247501"/>
                  </a:moveTo>
                  <a:lnTo>
                    <a:pt x="1187543" y="1247501"/>
                  </a:lnTo>
                  <a:lnTo>
                    <a:pt x="1187543" y="0"/>
                  </a:lnTo>
                  <a:lnTo>
                    <a:pt x="0" y="0"/>
                  </a:lnTo>
                  <a:lnTo>
                    <a:pt x="0" y="637"/>
                  </a:lnTo>
                  <a:cubicBezTo>
                    <a:pt x="2143" y="572850"/>
                    <a:pt x="391645" y="1070926"/>
                    <a:pt x="946469" y="1210935"/>
                  </a:cubicBezTo>
                  <a:cubicBezTo>
                    <a:pt x="1025466" y="1230837"/>
                    <a:pt x="1106197" y="1243083"/>
                    <a:pt x="1187542" y="1247501"/>
                  </a:cubicBezTo>
                  <a:close/>
                </a:path>
              </a:pathLst>
            </a:custGeom>
            <a:solidFill>
              <a:schemeClr val="bg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3399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2A921C-B8BF-4561-8982-2D1A032AA17E}"/>
              </a:ext>
            </a:extLst>
          </p:cNvPr>
          <p:cNvGrpSpPr/>
          <p:nvPr userDrawn="1"/>
        </p:nvGrpSpPr>
        <p:grpSpPr>
          <a:xfrm>
            <a:off x="8730248" y="4495606"/>
            <a:ext cx="2972304" cy="1825959"/>
            <a:chOff x="8730248" y="4495606"/>
            <a:chExt cx="2972304" cy="182595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FB70C33-473A-4FBA-B104-7347AC4ECF1D}"/>
                </a:ext>
              </a:extLst>
            </p:cNvPr>
            <p:cNvSpPr/>
            <p:nvPr/>
          </p:nvSpPr>
          <p:spPr>
            <a:xfrm>
              <a:off x="10524563" y="4846082"/>
              <a:ext cx="874726" cy="1475483"/>
            </a:xfrm>
            <a:custGeom>
              <a:avLst/>
              <a:gdLst>
                <a:gd name="connsiteX0" fmla="*/ 0 w 874726"/>
                <a:gd name="connsiteY0" fmla="*/ 0 h 1475483"/>
                <a:gd name="connsiteX1" fmla="*/ 874726 w 874726"/>
                <a:gd name="connsiteY1" fmla="*/ 0 h 1475483"/>
                <a:gd name="connsiteX2" fmla="*/ 874726 w 874726"/>
                <a:gd name="connsiteY2" fmla="*/ 1475484 h 1475483"/>
                <a:gd name="connsiteX3" fmla="*/ 0 w 874726"/>
                <a:gd name="connsiteY3" fmla="*/ 1475484 h 147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726" h="1475483">
                  <a:moveTo>
                    <a:pt x="0" y="0"/>
                  </a:moveTo>
                  <a:lnTo>
                    <a:pt x="874726" y="0"/>
                  </a:lnTo>
                  <a:lnTo>
                    <a:pt x="874726" y="1475484"/>
                  </a:lnTo>
                  <a:lnTo>
                    <a:pt x="0" y="1475484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AAF6BB-5C96-42D5-BC42-4B3E5BF03DFE}"/>
                </a:ext>
              </a:extLst>
            </p:cNvPr>
            <p:cNvSpPr/>
            <p:nvPr/>
          </p:nvSpPr>
          <p:spPr>
            <a:xfrm>
              <a:off x="9172953" y="5935535"/>
              <a:ext cx="447227" cy="386030"/>
            </a:xfrm>
            <a:custGeom>
              <a:avLst/>
              <a:gdLst>
                <a:gd name="connsiteX0" fmla="*/ 223618 w 447227"/>
                <a:gd name="connsiteY0" fmla="*/ 0 h 386030"/>
                <a:gd name="connsiteX1" fmla="*/ 447227 w 447227"/>
                <a:gd name="connsiteY1" fmla="*/ 386031 h 386030"/>
                <a:gd name="connsiteX2" fmla="*/ 0 w 447227"/>
                <a:gd name="connsiteY2" fmla="*/ 386031 h 38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7227" h="386030">
                  <a:moveTo>
                    <a:pt x="223618" y="0"/>
                  </a:moveTo>
                  <a:lnTo>
                    <a:pt x="447227" y="386031"/>
                  </a:lnTo>
                  <a:lnTo>
                    <a:pt x="0" y="386031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88BC80-2B36-46F4-8583-16176C3379F7}"/>
                </a:ext>
              </a:extLst>
            </p:cNvPr>
            <p:cNvSpPr/>
            <p:nvPr/>
          </p:nvSpPr>
          <p:spPr>
            <a:xfrm>
              <a:off x="8730248" y="4846082"/>
              <a:ext cx="1337151" cy="998350"/>
            </a:xfrm>
            <a:custGeom>
              <a:avLst/>
              <a:gdLst>
                <a:gd name="connsiteX0" fmla="*/ 0 w 1337151"/>
                <a:gd name="connsiteY0" fmla="*/ 0 h 998350"/>
                <a:gd name="connsiteX1" fmla="*/ 1337152 w 1337151"/>
                <a:gd name="connsiteY1" fmla="*/ 0 h 998350"/>
                <a:gd name="connsiteX2" fmla="*/ 1337152 w 1337151"/>
                <a:gd name="connsiteY2" fmla="*/ 998350 h 998350"/>
                <a:gd name="connsiteX3" fmla="*/ 0 w 1337151"/>
                <a:gd name="connsiteY3" fmla="*/ 998350 h 99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7151" h="998350">
                  <a:moveTo>
                    <a:pt x="0" y="0"/>
                  </a:moveTo>
                  <a:lnTo>
                    <a:pt x="1337152" y="0"/>
                  </a:lnTo>
                  <a:lnTo>
                    <a:pt x="1337152" y="998350"/>
                  </a:lnTo>
                  <a:lnTo>
                    <a:pt x="0" y="998350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E2ED06-723E-4085-97AF-63CFA4097EF3}"/>
                </a:ext>
              </a:extLst>
            </p:cNvPr>
            <p:cNvSpPr/>
            <p:nvPr/>
          </p:nvSpPr>
          <p:spPr>
            <a:xfrm>
              <a:off x="9508963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553942-F495-40B9-9482-B2A1AB7C8D5F}"/>
                </a:ext>
              </a:extLst>
            </p:cNvPr>
            <p:cNvSpPr/>
            <p:nvPr/>
          </p:nvSpPr>
          <p:spPr>
            <a:xfrm>
              <a:off x="9915526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E56C9B-D98F-4C6A-8914-230A752FB809}"/>
                </a:ext>
              </a:extLst>
            </p:cNvPr>
            <p:cNvSpPr/>
            <p:nvPr/>
          </p:nvSpPr>
          <p:spPr>
            <a:xfrm>
              <a:off x="10367267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9BF9855-E9D6-4881-B7AB-23E8BB560929}"/>
                </a:ext>
              </a:extLst>
            </p:cNvPr>
            <p:cNvSpPr/>
            <p:nvPr userDrawn="1"/>
          </p:nvSpPr>
          <p:spPr>
            <a:xfrm>
              <a:off x="10810182" y="4495606"/>
              <a:ext cx="892370" cy="1493120"/>
            </a:xfrm>
            <a:custGeom>
              <a:avLst/>
              <a:gdLst>
                <a:gd name="connsiteX0" fmla="*/ 892371 w 892370"/>
                <a:gd name="connsiteY0" fmla="*/ 1493120 h 1493120"/>
                <a:gd name="connsiteX1" fmla="*/ 0 w 892370"/>
                <a:gd name="connsiteY1" fmla="*/ 1493120 h 1493120"/>
                <a:gd name="connsiteX2" fmla="*/ 0 w 892370"/>
                <a:gd name="connsiteY2" fmla="*/ 0 h 1493120"/>
                <a:gd name="connsiteX3" fmla="*/ 892371 w 892370"/>
                <a:gd name="connsiteY3" fmla="*/ 0 h 1493120"/>
                <a:gd name="connsiteX4" fmla="*/ 40229 w 892370"/>
                <a:gd name="connsiteY4" fmla="*/ 1452891 h 1493120"/>
                <a:gd name="connsiteX5" fmla="*/ 852142 w 892370"/>
                <a:gd name="connsiteY5" fmla="*/ 1452891 h 1493120"/>
                <a:gd name="connsiteX6" fmla="*/ 852142 w 892370"/>
                <a:gd name="connsiteY6" fmla="*/ 40229 h 1493120"/>
                <a:gd name="connsiteX7" fmla="*/ 40229 w 892370"/>
                <a:gd name="connsiteY7" fmla="*/ 40229 h 14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370" h="1493120">
                  <a:moveTo>
                    <a:pt x="892371" y="1493120"/>
                  </a:moveTo>
                  <a:lnTo>
                    <a:pt x="0" y="1493120"/>
                  </a:lnTo>
                  <a:lnTo>
                    <a:pt x="0" y="0"/>
                  </a:lnTo>
                  <a:lnTo>
                    <a:pt x="892371" y="0"/>
                  </a:lnTo>
                  <a:close/>
                  <a:moveTo>
                    <a:pt x="40229" y="1452891"/>
                  </a:moveTo>
                  <a:lnTo>
                    <a:pt x="852142" y="1452891"/>
                  </a:lnTo>
                  <a:lnTo>
                    <a:pt x="852142" y="40229"/>
                  </a:lnTo>
                  <a:lnTo>
                    <a:pt x="40229" y="40229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0471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91F02B-B53B-4219-A213-FA244B1B9DF2}"/>
              </a:ext>
            </a:extLst>
          </p:cNvPr>
          <p:cNvGrpSpPr/>
          <p:nvPr userDrawn="1"/>
        </p:nvGrpSpPr>
        <p:grpSpPr>
          <a:xfrm>
            <a:off x="-193141" y="4703130"/>
            <a:ext cx="3851014" cy="2239479"/>
            <a:chOff x="-193141" y="4703130"/>
            <a:chExt cx="3851014" cy="2239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DA9B97-14EE-4EFC-82F6-A0C048F043E8}"/>
                </a:ext>
              </a:extLst>
            </p:cNvPr>
            <p:cNvSpPr/>
            <p:nvPr/>
          </p:nvSpPr>
          <p:spPr>
            <a:xfrm>
              <a:off x="1076598" y="4703130"/>
              <a:ext cx="2581275" cy="2235450"/>
            </a:xfrm>
            <a:custGeom>
              <a:avLst/>
              <a:gdLst>
                <a:gd name="connsiteX0" fmla="*/ 2581275 w 2581275"/>
                <a:gd name="connsiteY0" fmla="*/ 2235451 h 2235450"/>
                <a:gd name="connsiteX1" fmla="*/ 0 w 2581275"/>
                <a:gd name="connsiteY1" fmla="*/ 2235451 h 2235450"/>
                <a:gd name="connsiteX2" fmla="*/ 1290638 w 2581275"/>
                <a:gd name="connsiteY2" fmla="*/ 0 h 2235450"/>
                <a:gd name="connsiteX3" fmla="*/ 16507 w 2581275"/>
                <a:gd name="connsiteY3" fmla="*/ 2225926 h 2235450"/>
                <a:gd name="connsiteX4" fmla="*/ 2564778 w 2581275"/>
                <a:gd name="connsiteY4" fmla="*/ 2225926 h 2235450"/>
                <a:gd name="connsiteX5" fmla="*/ 1290638 w 2581275"/>
                <a:gd name="connsiteY5" fmla="*/ 19050 h 223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1275" h="2235450">
                  <a:moveTo>
                    <a:pt x="2581275" y="2235451"/>
                  </a:moveTo>
                  <a:lnTo>
                    <a:pt x="0" y="2235451"/>
                  </a:lnTo>
                  <a:lnTo>
                    <a:pt x="1290638" y="0"/>
                  </a:lnTo>
                  <a:close/>
                  <a:moveTo>
                    <a:pt x="16507" y="2225926"/>
                  </a:moveTo>
                  <a:lnTo>
                    <a:pt x="2564778" y="2225926"/>
                  </a:lnTo>
                  <a:lnTo>
                    <a:pt x="1290638" y="1905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F77E99-435F-4373-904A-0B8840F0B5F4}"/>
                </a:ext>
              </a:extLst>
            </p:cNvPr>
            <p:cNvSpPr/>
            <p:nvPr/>
          </p:nvSpPr>
          <p:spPr>
            <a:xfrm>
              <a:off x="1577870" y="5551293"/>
              <a:ext cx="1378371" cy="1391136"/>
            </a:xfrm>
            <a:custGeom>
              <a:avLst/>
              <a:gdLst>
                <a:gd name="connsiteX0" fmla="*/ 0 w 1378371"/>
                <a:gd name="connsiteY0" fmla="*/ 0 h 1391136"/>
                <a:gd name="connsiteX1" fmla="*/ 521513 w 1378371"/>
                <a:gd name="connsiteY1" fmla="*/ 411318 h 1391136"/>
                <a:gd name="connsiteX2" fmla="*/ 1233230 w 1378371"/>
                <a:gd name="connsiteY2" fmla="*/ 1236583 h 1391136"/>
                <a:gd name="connsiteX3" fmla="*/ 1378372 w 1378371"/>
                <a:gd name="connsiteY3" fmla="*/ 1391136 h 1391136"/>
                <a:gd name="connsiteX4" fmla="*/ 0 w 1378371"/>
                <a:gd name="connsiteY4" fmla="*/ 1391136 h 139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8371" h="1391136">
                  <a:moveTo>
                    <a:pt x="0" y="0"/>
                  </a:moveTo>
                  <a:cubicBezTo>
                    <a:pt x="267995" y="21079"/>
                    <a:pt x="395078" y="121520"/>
                    <a:pt x="521513" y="411318"/>
                  </a:cubicBezTo>
                  <a:cubicBezTo>
                    <a:pt x="678380" y="766972"/>
                    <a:pt x="884501" y="1006126"/>
                    <a:pt x="1233230" y="1236583"/>
                  </a:cubicBezTo>
                  <a:cubicBezTo>
                    <a:pt x="1292984" y="1276098"/>
                    <a:pt x="1342684" y="1329021"/>
                    <a:pt x="1378372" y="1391136"/>
                  </a:cubicBezTo>
                  <a:lnTo>
                    <a:pt x="0" y="139113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4B90A55-43F2-44C4-8FA8-6B258D4852E8}"/>
                </a:ext>
              </a:extLst>
            </p:cNvPr>
            <p:cNvSpPr/>
            <p:nvPr/>
          </p:nvSpPr>
          <p:spPr>
            <a:xfrm>
              <a:off x="-193141" y="4721446"/>
              <a:ext cx="2564777" cy="2221163"/>
            </a:xfrm>
            <a:custGeom>
              <a:avLst/>
              <a:gdLst>
                <a:gd name="connsiteX0" fmla="*/ 1282389 w 2564777"/>
                <a:gd name="connsiteY0" fmla="*/ 2221163 h 2221163"/>
                <a:gd name="connsiteX1" fmla="*/ 0 w 2564777"/>
                <a:gd name="connsiteY1" fmla="*/ 2221163 h 2221163"/>
                <a:gd name="connsiteX2" fmla="*/ 641194 w 2564777"/>
                <a:gd name="connsiteY2" fmla="*/ 1110577 h 2221163"/>
                <a:gd name="connsiteX3" fmla="*/ 1282389 w 2564777"/>
                <a:gd name="connsiteY3" fmla="*/ 0 h 2221163"/>
                <a:gd name="connsiteX4" fmla="*/ 1923583 w 2564777"/>
                <a:gd name="connsiteY4" fmla="*/ 1110577 h 2221163"/>
                <a:gd name="connsiteX5" fmla="*/ 2564778 w 2564777"/>
                <a:gd name="connsiteY5" fmla="*/ 2221163 h 2221163"/>
                <a:gd name="connsiteX6" fmla="*/ 1282389 w 2564777"/>
                <a:gd name="connsiteY6" fmla="*/ 2221163 h 222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4777" h="2221163">
                  <a:moveTo>
                    <a:pt x="1282389" y="2221163"/>
                  </a:moveTo>
                  <a:lnTo>
                    <a:pt x="0" y="2221163"/>
                  </a:lnTo>
                  <a:lnTo>
                    <a:pt x="641194" y="1110577"/>
                  </a:lnTo>
                  <a:lnTo>
                    <a:pt x="1282389" y="0"/>
                  </a:lnTo>
                  <a:lnTo>
                    <a:pt x="1923583" y="1110577"/>
                  </a:lnTo>
                  <a:lnTo>
                    <a:pt x="2564778" y="2221163"/>
                  </a:lnTo>
                  <a:lnTo>
                    <a:pt x="1282389" y="222116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0744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678B2A-2F48-4D27-93CA-F25ECA71B716}"/>
              </a:ext>
            </a:extLst>
          </p:cNvPr>
          <p:cNvGrpSpPr/>
          <p:nvPr userDrawn="1"/>
        </p:nvGrpSpPr>
        <p:grpSpPr>
          <a:xfrm>
            <a:off x="553506" y="4275628"/>
            <a:ext cx="3020870" cy="2292828"/>
            <a:chOff x="553506" y="4275628"/>
            <a:chExt cx="3020870" cy="229282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CD9FC8-2928-4A44-8CD6-48ACDB02C858}"/>
                </a:ext>
              </a:extLst>
            </p:cNvPr>
            <p:cNvSpPr/>
            <p:nvPr userDrawn="1"/>
          </p:nvSpPr>
          <p:spPr>
            <a:xfrm>
              <a:off x="2731107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6A6FA39-8755-4AD9-9AC7-36CB646BBCDB}"/>
                </a:ext>
              </a:extLst>
            </p:cNvPr>
            <p:cNvSpPr/>
            <p:nvPr userDrawn="1"/>
          </p:nvSpPr>
          <p:spPr>
            <a:xfrm>
              <a:off x="2144286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EE18E7-8CC1-45D9-9E6D-94675A6D04AC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8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8"/>
                  </a:moveTo>
                  <a:lnTo>
                    <a:pt x="1596046" y="1750763"/>
                  </a:lnTo>
                  <a:cubicBezTo>
                    <a:pt x="1583472" y="1623166"/>
                    <a:pt x="1519749" y="1509891"/>
                    <a:pt x="1391405" y="1424617"/>
                  </a:cubicBezTo>
                  <a:cubicBezTo>
                    <a:pt x="303983" y="701128"/>
                    <a:pt x="822156" y="30813"/>
                    <a:pt x="0" y="0"/>
                  </a:cubicBezTo>
                  <a:close/>
                </a:path>
              </a:pathLst>
            </a:custGeom>
            <a:solidFill>
              <a:srgbClr val="1D43C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C3C6A5D-2EAC-4E0C-851F-F5AFA7FFE4B4}"/>
                </a:ext>
              </a:extLst>
            </p:cNvPr>
            <p:cNvSpPr/>
            <p:nvPr userDrawn="1"/>
          </p:nvSpPr>
          <p:spPr>
            <a:xfrm>
              <a:off x="2261358" y="5121669"/>
              <a:ext cx="1142748" cy="569248"/>
            </a:xfrm>
            <a:custGeom>
              <a:avLst/>
              <a:gdLst>
                <a:gd name="connsiteX0" fmla="*/ 8 w 1142748"/>
                <a:gd name="connsiteY0" fmla="*/ 0 h 569248"/>
                <a:gd name="connsiteX1" fmla="*/ 1142749 w 1142748"/>
                <a:gd name="connsiteY1" fmla="*/ 0 h 569248"/>
                <a:gd name="connsiteX2" fmla="*/ 569244 w 1142748"/>
                <a:gd name="connsiteY2" fmla="*/ 569244 h 569248"/>
                <a:gd name="connsiteX3" fmla="*/ 0 w 1142748"/>
                <a:gd name="connsiteY3" fmla="*/ 0 h 5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2748" h="569248">
                  <a:moveTo>
                    <a:pt x="8" y="0"/>
                  </a:moveTo>
                  <a:lnTo>
                    <a:pt x="1142749" y="0"/>
                  </a:lnTo>
                  <a:cubicBezTo>
                    <a:pt x="1141572" y="315561"/>
                    <a:pt x="884806" y="570420"/>
                    <a:pt x="569244" y="569244"/>
                  </a:cubicBezTo>
                  <a:cubicBezTo>
                    <a:pt x="255345" y="568074"/>
                    <a:pt x="1170" y="3138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04C87B-AF0D-4CA8-9EF0-3E415581B6D5}"/>
                </a:ext>
              </a:extLst>
            </p:cNvPr>
            <p:cNvSpPr/>
            <p:nvPr userDrawn="1"/>
          </p:nvSpPr>
          <p:spPr>
            <a:xfrm>
              <a:off x="2258379" y="5118722"/>
              <a:ext cx="1148706" cy="577296"/>
            </a:xfrm>
            <a:custGeom>
              <a:avLst/>
              <a:gdLst>
                <a:gd name="connsiteX0" fmla="*/ 574365 w 1148706"/>
                <a:gd name="connsiteY0" fmla="*/ 577296 h 577296"/>
                <a:gd name="connsiteX1" fmla="*/ 0 w 1148706"/>
                <a:gd name="connsiteY1" fmla="*/ 2979 h 577296"/>
                <a:gd name="connsiteX2" fmla="*/ 2947 w 1148706"/>
                <a:gd name="connsiteY2" fmla="*/ 2979 h 577296"/>
                <a:gd name="connsiteX3" fmla="*/ 2947 w 1148706"/>
                <a:gd name="connsiteY3" fmla="*/ 0 h 577296"/>
                <a:gd name="connsiteX4" fmla="*/ 1148706 w 1148706"/>
                <a:gd name="connsiteY4" fmla="*/ 0 h 577296"/>
                <a:gd name="connsiteX5" fmla="*/ 1148706 w 1148706"/>
                <a:gd name="connsiteY5" fmla="*/ 2979 h 577296"/>
                <a:gd name="connsiteX6" fmla="*/ 574365 w 1148706"/>
                <a:gd name="connsiteY6" fmla="*/ 577296 h 577296"/>
                <a:gd name="connsiteX7" fmla="*/ 5965 w 1148706"/>
                <a:gd name="connsiteY7" fmla="*/ 5966 h 577296"/>
                <a:gd name="connsiteX8" fmla="*/ 576478 w 1148706"/>
                <a:gd name="connsiteY8" fmla="*/ 572228 h 577296"/>
                <a:gd name="connsiteX9" fmla="*/ 1142741 w 1148706"/>
                <a:gd name="connsiteY9" fmla="*/ 5966 h 5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8706" h="577296">
                  <a:moveTo>
                    <a:pt x="574365" y="577296"/>
                  </a:moveTo>
                  <a:cubicBezTo>
                    <a:pt x="257318" y="576942"/>
                    <a:pt x="381" y="320026"/>
                    <a:pt x="0" y="2979"/>
                  </a:cubicBezTo>
                  <a:lnTo>
                    <a:pt x="2947" y="2979"/>
                  </a:lnTo>
                  <a:lnTo>
                    <a:pt x="2947" y="0"/>
                  </a:lnTo>
                  <a:lnTo>
                    <a:pt x="1148706" y="0"/>
                  </a:lnTo>
                  <a:lnTo>
                    <a:pt x="1148706" y="2979"/>
                  </a:lnTo>
                  <a:cubicBezTo>
                    <a:pt x="1148330" y="320019"/>
                    <a:pt x="891405" y="576933"/>
                    <a:pt x="574365" y="577296"/>
                  </a:cubicBezTo>
                  <a:close/>
                  <a:moveTo>
                    <a:pt x="5965" y="5966"/>
                  </a:moveTo>
                  <a:cubicBezTo>
                    <a:pt x="7139" y="319878"/>
                    <a:pt x="262566" y="573402"/>
                    <a:pt x="576478" y="572228"/>
                  </a:cubicBezTo>
                  <a:cubicBezTo>
                    <a:pt x="888732" y="571061"/>
                    <a:pt x="1141573" y="318219"/>
                    <a:pt x="1142741" y="5966"/>
                  </a:cubicBezTo>
                  <a:close/>
                </a:path>
              </a:pathLst>
            </a:custGeom>
            <a:solidFill>
              <a:srgbClr val="FBAC6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905877-2A9A-461C-9C7A-17DBCB0BB485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0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0"/>
                  </a:moveTo>
                  <a:lnTo>
                    <a:pt x="1596046" y="1750763"/>
                  </a:lnTo>
                  <a:cubicBezTo>
                    <a:pt x="1583472" y="1623166"/>
                    <a:pt x="1519749" y="1509883"/>
                    <a:pt x="1391405" y="1424617"/>
                  </a:cubicBezTo>
                  <a:cubicBezTo>
                    <a:pt x="303983" y="701120"/>
                    <a:pt x="822156" y="3081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0072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83404B-9696-4894-8EBB-5A5ADB66B4C6}"/>
              </a:ext>
            </a:extLst>
          </p:cNvPr>
          <p:cNvGrpSpPr/>
          <p:nvPr userDrawn="1"/>
        </p:nvGrpSpPr>
        <p:grpSpPr>
          <a:xfrm>
            <a:off x="1002014" y="668472"/>
            <a:ext cx="2173294" cy="2346804"/>
            <a:chOff x="1002014" y="668472"/>
            <a:chExt cx="2173294" cy="234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5853E15-4F9F-40AD-AC61-5A3023E3CE69}"/>
                </a:ext>
              </a:extLst>
            </p:cNvPr>
            <p:cNvSpPr/>
            <p:nvPr userDrawn="1"/>
          </p:nvSpPr>
          <p:spPr>
            <a:xfrm>
              <a:off x="1769489" y="953964"/>
              <a:ext cx="393799" cy="393799"/>
            </a:xfrm>
            <a:custGeom>
              <a:avLst/>
              <a:gdLst>
                <a:gd name="connsiteX0" fmla="*/ 393799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799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799" y="196900"/>
                  </a:moveTo>
                  <a:cubicBezTo>
                    <a:pt x="393799" y="305644"/>
                    <a:pt x="305644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4" y="0"/>
                    <a:pt x="393799" y="88155"/>
                    <a:pt x="393799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ACC864-1604-4E31-BB73-59849F948F41}"/>
                </a:ext>
              </a:extLst>
            </p:cNvPr>
            <p:cNvSpPr/>
            <p:nvPr userDrawn="1"/>
          </p:nvSpPr>
          <p:spPr>
            <a:xfrm>
              <a:off x="2781509" y="1734600"/>
              <a:ext cx="393799" cy="393799"/>
            </a:xfrm>
            <a:custGeom>
              <a:avLst/>
              <a:gdLst>
                <a:gd name="connsiteX0" fmla="*/ 393800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800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800" y="196900"/>
                  </a:moveTo>
                  <a:cubicBezTo>
                    <a:pt x="393800" y="305644"/>
                    <a:pt x="305645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5" y="0"/>
                    <a:pt x="393800" y="88155"/>
                    <a:pt x="393800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6D2472-5715-45F4-88D6-068E73038E62}"/>
                </a:ext>
              </a:extLst>
            </p:cNvPr>
            <p:cNvSpPr/>
            <p:nvPr userDrawn="1"/>
          </p:nvSpPr>
          <p:spPr>
            <a:xfrm>
              <a:off x="1845032" y="668472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2ED72A7-C4EB-4B09-B530-ACD057C2B22F}"/>
                </a:ext>
              </a:extLst>
            </p:cNvPr>
            <p:cNvSpPr/>
            <p:nvPr userDrawn="1"/>
          </p:nvSpPr>
          <p:spPr>
            <a:xfrm>
              <a:off x="2857052" y="1449107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95C42C-FD55-40FB-A002-AC953099CD99}"/>
                </a:ext>
              </a:extLst>
            </p:cNvPr>
            <p:cNvSpPr/>
            <p:nvPr userDrawn="1"/>
          </p:nvSpPr>
          <p:spPr>
            <a:xfrm>
              <a:off x="1002014" y="1086526"/>
              <a:ext cx="1928750" cy="1928750"/>
            </a:xfrm>
            <a:custGeom>
              <a:avLst/>
              <a:gdLst>
                <a:gd name="connsiteX0" fmla="*/ 1928750 w 1928750"/>
                <a:gd name="connsiteY0" fmla="*/ 964375 h 1928750"/>
                <a:gd name="connsiteX1" fmla="*/ 964375 w 1928750"/>
                <a:gd name="connsiteY1" fmla="*/ 1928751 h 1928750"/>
                <a:gd name="connsiteX2" fmla="*/ 0 w 1928750"/>
                <a:gd name="connsiteY2" fmla="*/ 964375 h 1928750"/>
                <a:gd name="connsiteX3" fmla="*/ 964375 w 1928750"/>
                <a:gd name="connsiteY3" fmla="*/ 0 h 1928750"/>
                <a:gd name="connsiteX4" fmla="*/ 1928750 w 1928750"/>
                <a:gd name="connsiteY4" fmla="*/ 964375 h 19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8750" h="1928750">
                  <a:moveTo>
                    <a:pt x="1928750" y="964375"/>
                  </a:moveTo>
                  <a:cubicBezTo>
                    <a:pt x="1928750" y="1496985"/>
                    <a:pt x="1496985" y="1928751"/>
                    <a:pt x="964375" y="1928751"/>
                  </a:cubicBezTo>
                  <a:cubicBezTo>
                    <a:pt x="431765" y="1928751"/>
                    <a:pt x="0" y="1496985"/>
                    <a:pt x="0" y="964375"/>
                  </a:cubicBezTo>
                  <a:cubicBezTo>
                    <a:pt x="0" y="431765"/>
                    <a:pt x="431765" y="0"/>
                    <a:pt x="964375" y="0"/>
                  </a:cubicBezTo>
                  <a:cubicBezTo>
                    <a:pt x="1496985" y="0"/>
                    <a:pt x="1928750" y="431765"/>
                    <a:pt x="1928750" y="964375"/>
                  </a:cubicBezTo>
                  <a:close/>
                </a:path>
              </a:pathLst>
            </a:custGeom>
            <a:solidFill>
              <a:schemeClr val="accent4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781C5F-5BA1-4BE6-8892-0AF3185F8E32}"/>
                </a:ext>
              </a:extLst>
            </p:cNvPr>
            <p:cNvSpPr/>
            <p:nvPr userDrawn="1"/>
          </p:nvSpPr>
          <p:spPr>
            <a:xfrm>
              <a:off x="1966408" y="1617868"/>
              <a:ext cx="392279" cy="412110"/>
            </a:xfrm>
            <a:custGeom>
              <a:avLst/>
              <a:gdLst>
                <a:gd name="connsiteX0" fmla="*/ 392279 w 392279"/>
                <a:gd name="connsiteY0" fmla="*/ 0 h 412110"/>
                <a:gd name="connsiteX1" fmla="*/ 392279 w 392279"/>
                <a:gd name="connsiteY1" fmla="*/ 0 h 412110"/>
                <a:gd name="connsiteX2" fmla="*/ 392279 w 392279"/>
                <a:gd name="connsiteY2" fmla="*/ 412110 h 412110"/>
                <a:gd name="connsiteX3" fmla="*/ 0 w 392279"/>
                <a:gd name="connsiteY3" fmla="*/ 412110 h 412110"/>
                <a:gd name="connsiteX4" fmla="*/ 0 w 392279"/>
                <a:gd name="connsiteY4" fmla="*/ 411902 h 412110"/>
                <a:gd name="connsiteX5" fmla="*/ 312638 w 392279"/>
                <a:gd name="connsiteY5" fmla="*/ 12062 h 412110"/>
                <a:gd name="connsiteX6" fmla="*/ 392279 w 392279"/>
                <a:gd name="connsiteY6" fmla="*/ 0 h 412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2279" h="412110">
                  <a:moveTo>
                    <a:pt x="392279" y="0"/>
                  </a:moveTo>
                  <a:lnTo>
                    <a:pt x="392279" y="0"/>
                  </a:lnTo>
                  <a:lnTo>
                    <a:pt x="392279" y="412110"/>
                  </a:lnTo>
                  <a:lnTo>
                    <a:pt x="0" y="412110"/>
                  </a:lnTo>
                  <a:lnTo>
                    <a:pt x="0" y="411902"/>
                  </a:lnTo>
                  <a:cubicBezTo>
                    <a:pt x="703" y="222876"/>
                    <a:pt x="129360" y="58333"/>
                    <a:pt x="312638" y="12062"/>
                  </a:cubicBezTo>
                  <a:cubicBezTo>
                    <a:pt x="338736" y="5495"/>
                    <a:pt x="365407" y="1456"/>
                    <a:pt x="392279" y="0"/>
                  </a:cubicBezTo>
                  <a:close/>
                </a:path>
              </a:pathLst>
            </a:custGeom>
            <a:solidFill>
              <a:schemeClr val="accent3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E3703D7-8338-4B96-913A-F1BA7ABBEAAB}"/>
                </a:ext>
              </a:extLst>
            </p:cNvPr>
            <p:cNvSpPr/>
            <p:nvPr userDrawn="1"/>
          </p:nvSpPr>
          <p:spPr>
            <a:xfrm>
              <a:off x="1405446" y="1518941"/>
              <a:ext cx="711866" cy="779154"/>
            </a:xfrm>
            <a:custGeom>
              <a:avLst/>
              <a:gdLst>
                <a:gd name="connsiteX0" fmla="*/ 711867 w 711866"/>
                <a:gd name="connsiteY0" fmla="*/ 779155 h 779154"/>
                <a:gd name="connsiteX1" fmla="*/ 705131 w 711866"/>
                <a:gd name="connsiteY1" fmla="*/ 778901 h 779154"/>
                <a:gd name="connsiteX2" fmla="*/ 437514 w 711866"/>
                <a:gd name="connsiteY2" fmla="*/ 574408 h 779154"/>
                <a:gd name="connsiteX3" fmla="*/ 93107 w 711866"/>
                <a:gd name="connsiteY3" fmla="*/ 154594 h 779154"/>
                <a:gd name="connsiteX4" fmla="*/ 708 w 711866"/>
                <a:gd name="connsiteY4" fmla="*/ 7145 h 779154"/>
                <a:gd name="connsiteX5" fmla="*/ 0 w 711866"/>
                <a:gd name="connsiteY5" fmla="*/ 0 h 779154"/>
                <a:gd name="connsiteX6" fmla="*/ 711867 w 711866"/>
                <a:gd name="connsiteY6" fmla="*/ 0 h 779154"/>
                <a:gd name="connsiteX7" fmla="*/ 14453 w 711866"/>
                <a:gd name="connsiteY7" fmla="*/ 12965 h 779154"/>
                <a:gd name="connsiteX8" fmla="*/ 100291 w 711866"/>
                <a:gd name="connsiteY8" fmla="*/ 143747 h 779154"/>
                <a:gd name="connsiteX9" fmla="*/ 449486 w 711866"/>
                <a:gd name="connsiteY9" fmla="*/ 569381 h 779154"/>
                <a:gd name="connsiteX10" fmla="*/ 698876 w 711866"/>
                <a:gd name="connsiteY10" fmla="*/ 765631 h 779154"/>
                <a:gd name="connsiteX11" fmla="*/ 698876 w 711866"/>
                <a:gd name="connsiteY11" fmla="*/ 12965 h 77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1866" h="779154">
                  <a:moveTo>
                    <a:pt x="711867" y="779155"/>
                  </a:moveTo>
                  <a:lnTo>
                    <a:pt x="705131" y="778901"/>
                  </a:lnTo>
                  <a:cubicBezTo>
                    <a:pt x="519813" y="771964"/>
                    <a:pt x="485289" y="689094"/>
                    <a:pt x="437514" y="574408"/>
                  </a:cubicBezTo>
                  <a:cubicBezTo>
                    <a:pt x="391117" y="463068"/>
                    <a:pt x="327577" y="310591"/>
                    <a:pt x="93107" y="154594"/>
                  </a:cubicBezTo>
                  <a:cubicBezTo>
                    <a:pt x="37811" y="117842"/>
                    <a:pt x="6716" y="68203"/>
                    <a:pt x="708" y="7145"/>
                  </a:cubicBezTo>
                  <a:lnTo>
                    <a:pt x="0" y="0"/>
                  </a:lnTo>
                  <a:lnTo>
                    <a:pt x="711867" y="0"/>
                  </a:lnTo>
                  <a:close/>
                  <a:moveTo>
                    <a:pt x="14453" y="12965"/>
                  </a:moveTo>
                  <a:cubicBezTo>
                    <a:pt x="21728" y="66742"/>
                    <a:pt x="50574" y="110710"/>
                    <a:pt x="100291" y="143747"/>
                  </a:cubicBezTo>
                  <a:cubicBezTo>
                    <a:pt x="338029" y="301933"/>
                    <a:pt x="402458" y="456507"/>
                    <a:pt x="449486" y="569381"/>
                  </a:cubicBezTo>
                  <a:cubicBezTo>
                    <a:pt x="496514" y="682254"/>
                    <a:pt x="527803" y="757356"/>
                    <a:pt x="698876" y="765631"/>
                  </a:cubicBezTo>
                  <a:lnTo>
                    <a:pt x="698876" y="12965"/>
                  </a:lnTo>
                  <a:close/>
                </a:path>
              </a:pathLst>
            </a:custGeom>
            <a:solidFill>
              <a:schemeClr val="tx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148ACA4-6A84-45D4-B1D3-5C0C4293D02A}"/>
                </a:ext>
              </a:extLst>
            </p:cNvPr>
            <p:cNvSpPr/>
            <p:nvPr userDrawn="1"/>
          </p:nvSpPr>
          <p:spPr>
            <a:xfrm>
              <a:off x="2206542" y="2150283"/>
              <a:ext cx="487095" cy="511706"/>
            </a:xfrm>
            <a:custGeom>
              <a:avLst/>
              <a:gdLst>
                <a:gd name="connsiteX0" fmla="*/ 0 w 487095"/>
                <a:gd name="connsiteY0" fmla="*/ 511707 h 511706"/>
                <a:gd name="connsiteX1" fmla="*/ 0 w 487095"/>
                <a:gd name="connsiteY1" fmla="*/ 511707 h 511706"/>
                <a:gd name="connsiteX2" fmla="*/ 0 w 487095"/>
                <a:gd name="connsiteY2" fmla="*/ 0 h 511706"/>
                <a:gd name="connsiteX3" fmla="*/ 487095 w 487095"/>
                <a:gd name="connsiteY3" fmla="*/ 0 h 511706"/>
                <a:gd name="connsiteX4" fmla="*/ 487095 w 487095"/>
                <a:gd name="connsiteY4" fmla="*/ 260 h 511706"/>
                <a:gd name="connsiteX5" fmla="*/ 98888 w 487095"/>
                <a:gd name="connsiteY5" fmla="*/ 496702 h 511706"/>
                <a:gd name="connsiteX6" fmla="*/ 0 w 487095"/>
                <a:gd name="connsiteY6" fmla="*/ 511707 h 51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7095" h="511706">
                  <a:moveTo>
                    <a:pt x="0" y="511707"/>
                  </a:moveTo>
                  <a:lnTo>
                    <a:pt x="0" y="511707"/>
                  </a:lnTo>
                  <a:lnTo>
                    <a:pt x="0" y="0"/>
                  </a:lnTo>
                  <a:lnTo>
                    <a:pt x="487095" y="0"/>
                  </a:lnTo>
                  <a:lnTo>
                    <a:pt x="487095" y="260"/>
                  </a:lnTo>
                  <a:cubicBezTo>
                    <a:pt x="486219" y="234967"/>
                    <a:pt x="326461" y="439267"/>
                    <a:pt x="98888" y="496702"/>
                  </a:cubicBezTo>
                  <a:cubicBezTo>
                    <a:pt x="66484" y="504868"/>
                    <a:pt x="33368" y="509893"/>
                    <a:pt x="0" y="511707"/>
                  </a:cubicBez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E08FF9-CB1A-4976-8A44-7E36B0ECFFB2}"/>
                </a:ext>
              </a:extLst>
            </p:cNvPr>
            <p:cNvSpPr/>
            <p:nvPr userDrawn="1"/>
          </p:nvSpPr>
          <p:spPr>
            <a:xfrm>
              <a:off x="1426582" y="2309249"/>
              <a:ext cx="352779" cy="155152"/>
            </a:xfrm>
            <a:custGeom>
              <a:avLst/>
              <a:gdLst>
                <a:gd name="connsiteX0" fmla="*/ 0 w 352779"/>
                <a:gd name="connsiteY0" fmla="*/ 0 h 155152"/>
                <a:gd name="connsiteX1" fmla="*/ 352780 w 352779"/>
                <a:gd name="connsiteY1" fmla="*/ 0 h 155152"/>
                <a:gd name="connsiteX2" fmla="*/ 352780 w 352779"/>
                <a:gd name="connsiteY2" fmla="*/ 155153 h 155152"/>
                <a:gd name="connsiteX3" fmla="*/ 0 w 352779"/>
                <a:gd name="connsiteY3" fmla="*/ 155153 h 155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155152">
                  <a:moveTo>
                    <a:pt x="0" y="0"/>
                  </a:moveTo>
                  <a:lnTo>
                    <a:pt x="352780" y="0"/>
                  </a:lnTo>
                  <a:lnTo>
                    <a:pt x="352780" y="155153"/>
                  </a:lnTo>
                  <a:lnTo>
                    <a:pt x="0" y="155153"/>
                  </a:ln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155C04-0C27-41D9-ADA1-B02E1F7EAA82}"/>
                </a:ext>
              </a:extLst>
            </p:cNvPr>
            <p:cNvSpPr/>
            <p:nvPr userDrawn="1"/>
          </p:nvSpPr>
          <p:spPr>
            <a:xfrm>
              <a:off x="1799076" y="2309463"/>
              <a:ext cx="134360" cy="154769"/>
            </a:xfrm>
            <a:custGeom>
              <a:avLst/>
              <a:gdLst>
                <a:gd name="connsiteX0" fmla="*/ 221 w 134360"/>
                <a:gd name="connsiteY0" fmla="*/ 154770 h 154769"/>
                <a:gd name="connsiteX1" fmla="*/ 0 w 134360"/>
                <a:gd name="connsiteY1" fmla="*/ 0 h 154769"/>
                <a:gd name="connsiteX2" fmla="*/ 134360 w 134360"/>
                <a:gd name="connsiteY2" fmla="*/ 77577 h 15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360" h="154769">
                  <a:moveTo>
                    <a:pt x="221" y="154770"/>
                  </a:moveTo>
                  <a:lnTo>
                    <a:pt x="0" y="0"/>
                  </a:lnTo>
                  <a:lnTo>
                    <a:pt x="134360" y="77577"/>
                  </a:lnTo>
                  <a:close/>
                </a:path>
              </a:pathLst>
            </a:custGeom>
            <a:solidFill>
              <a:schemeClr val="accent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196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098DEE0-4831-4111-A35B-803560731C83}"/>
              </a:ext>
            </a:extLst>
          </p:cNvPr>
          <p:cNvGrpSpPr/>
          <p:nvPr userDrawn="1"/>
        </p:nvGrpSpPr>
        <p:grpSpPr>
          <a:xfrm>
            <a:off x="655748" y="4551718"/>
            <a:ext cx="1646885" cy="1735167"/>
            <a:chOff x="655748" y="4551718"/>
            <a:chExt cx="1646885" cy="173516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3AFA82-12A0-47AC-877C-8B76876C21C4}"/>
                </a:ext>
              </a:extLst>
            </p:cNvPr>
            <p:cNvSpPr/>
            <p:nvPr/>
          </p:nvSpPr>
          <p:spPr>
            <a:xfrm>
              <a:off x="1733736" y="4551718"/>
              <a:ext cx="568897" cy="1199573"/>
            </a:xfrm>
            <a:custGeom>
              <a:avLst/>
              <a:gdLst>
                <a:gd name="connsiteX0" fmla="*/ 0 w 568897"/>
                <a:gd name="connsiteY0" fmla="*/ 1199574 h 1199573"/>
                <a:gd name="connsiteX1" fmla="*/ 0 w 568897"/>
                <a:gd name="connsiteY1" fmla="*/ 1199574 h 1199573"/>
                <a:gd name="connsiteX2" fmla="*/ 568043 w 568897"/>
                <a:gd name="connsiteY2" fmla="*/ 568043 h 1199573"/>
                <a:gd name="connsiteX3" fmla="*/ 0 w 568897"/>
                <a:gd name="connsiteY3" fmla="*/ 0 h 1199573"/>
                <a:gd name="connsiteX4" fmla="*/ 0 w 568897"/>
                <a:gd name="connsiteY4" fmla="*/ 1199574 h 119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97" h="1199573">
                  <a:moveTo>
                    <a:pt x="0" y="1199574"/>
                  </a:moveTo>
                  <a:lnTo>
                    <a:pt x="0" y="1199574"/>
                  </a:lnTo>
                  <a:cubicBezTo>
                    <a:pt x="331253" y="1182042"/>
                    <a:pt x="585575" y="899297"/>
                    <a:pt x="568043" y="568043"/>
                  </a:cubicBezTo>
                  <a:cubicBezTo>
                    <a:pt x="551809" y="261298"/>
                    <a:pt x="306746" y="16234"/>
                    <a:pt x="0" y="0"/>
                  </a:cubicBezTo>
                  <a:lnTo>
                    <a:pt x="0" y="1199574"/>
                  </a:lnTo>
                  <a:close/>
                </a:path>
              </a:pathLst>
            </a:custGeom>
            <a:solidFill>
              <a:schemeClr val="tx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859FABF-B4B0-4E38-98B5-00C71DE74C3B}"/>
                </a:ext>
              </a:extLst>
            </p:cNvPr>
            <p:cNvSpPr/>
            <p:nvPr/>
          </p:nvSpPr>
          <p:spPr>
            <a:xfrm>
              <a:off x="1780578" y="4864399"/>
              <a:ext cx="334626" cy="351530"/>
            </a:xfrm>
            <a:custGeom>
              <a:avLst/>
              <a:gdLst>
                <a:gd name="connsiteX0" fmla="*/ 334626 w 334626"/>
                <a:gd name="connsiteY0" fmla="*/ 0 h 351530"/>
                <a:gd name="connsiteX1" fmla="*/ 334626 w 334626"/>
                <a:gd name="connsiteY1" fmla="*/ 0 h 351530"/>
                <a:gd name="connsiteX2" fmla="*/ 334626 w 334626"/>
                <a:gd name="connsiteY2" fmla="*/ 351530 h 351530"/>
                <a:gd name="connsiteX3" fmla="*/ 0 w 334626"/>
                <a:gd name="connsiteY3" fmla="*/ 351530 h 351530"/>
                <a:gd name="connsiteX4" fmla="*/ 0 w 334626"/>
                <a:gd name="connsiteY4" fmla="*/ 351349 h 351530"/>
                <a:gd name="connsiteX5" fmla="*/ 266694 w 334626"/>
                <a:gd name="connsiteY5" fmla="*/ 10289 h 351530"/>
                <a:gd name="connsiteX6" fmla="*/ 334626 w 334626"/>
                <a:gd name="connsiteY6" fmla="*/ 0 h 35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626" h="351530">
                  <a:moveTo>
                    <a:pt x="334626" y="0"/>
                  </a:moveTo>
                  <a:lnTo>
                    <a:pt x="334626" y="0"/>
                  </a:lnTo>
                  <a:lnTo>
                    <a:pt x="334626" y="351530"/>
                  </a:lnTo>
                  <a:lnTo>
                    <a:pt x="0" y="351530"/>
                  </a:lnTo>
                  <a:lnTo>
                    <a:pt x="0" y="351349"/>
                  </a:lnTo>
                  <a:cubicBezTo>
                    <a:pt x="590" y="190102"/>
                    <a:pt x="110346" y="49741"/>
                    <a:pt x="266694" y="10289"/>
                  </a:cubicBezTo>
                  <a:cubicBezTo>
                    <a:pt x="288954" y="4684"/>
                    <a:pt x="311704" y="1238"/>
                    <a:pt x="334626" y="0"/>
                  </a:cubicBezTo>
                  <a:close/>
                </a:path>
              </a:pathLst>
            </a:custGeom>
            <a:solidFill>
              <a:schemeClr val="accent3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7EB89A1-BD7D-4078-9C7B-84A4588F3625}"/>
                </a:ext>
              </a:extLst>
            </p:cNvPr>
            <p:cNvSpPr/>
            <p:nvPr/>
          </p:nvSpPr>
          <p:spPr>
            <a:xfrm>
              <a:off x="655748" y="5215783"/>
              <a:ext cx="977032" cy="1071102"/>
            </a:xfrm>
            <a:custGeom>
              <a:avLst/>
              <a:gdLst>
                <a:gd name="connsiteX0" fmla="*/ 977032 w 977032"/>
                <a:gd name="connsiteY0" fmla="*/ 1071102 h 1071102"/>
                <a:gd name="connsiteX1" fmla="*/ 974424 w 977032"/>
                <a:gd name="connsiteY1" fmla="*/ 1071002 h 1071102"/>
                <a:gd name="connsiteX2" fmla="*/ 607729 w 977032"/>
                <a:gd name="connsiteY2" fmla="*/ 790400 h 1071102"/>
                <a:gd name="connsiteX3" fmla="*/ 125983 w 977032"/>
                <a:gd name="connsiteY3" fmla="*/ 203189 h 1071102"/>
                <a:gd name="connsiteX4" fmla="*/ 272 w 977032"/>
                <a:gd name="connsiteY4" fmla="*/ 2759 h 1071102"/>
                <a:gd name="connsiteX5" fmla="*/ 0 w 977032"/>
                <a:gd name="connsiteY5" fmla="*/ 0 h 1071102"/>
                <a:gd name="connsiteX6" fmla="*/ 977032 w 977032"/>
                <a:gd name="connsiteY6" fmla="*/ 0 h 1071102"/>
                <a:gd name="connsiteX7" fmla="*/ 5574 w 977032"/>
                <a:gd name="connsiteY7" fmla="*/ 5036 h 1071102"/>
                <a:gd name="connsiteX8" fmla="*/ 128778 w 977032"/>
                <a:gd name="connsiteY8" fmla="*/ 199017 h 1071102"/>
                <a:gd name="connsiteX9" fmla="*/ 612383 w 977032"/>
                <a:gd name="connsiteY9" fmla="*/ 788475 h 1071102"/>
                <a:gd name="connsiteX10" fmla="*/ 972021 w 977032"/>
                <a:gd name="connsiteY10" fmla="*/ 1065890 h 1071102"/>
                <a:gd name="connsiteX11" fmla="*/ 972021 w 977032"/>
                <a:gd name="connsiteY11" fmla="*/ 5036 h 107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7032" h="1071102">
                  <a:moveTo>
                    <a:pt x="977032" y="1071102"/>
                  </a:moveTo>
                  <a:lnTo>
                    <a:pt x="974424" y="1071002"/>
                  </a:lnTo>
                  <a:cubicBezTo>
                    <a:pt x="720693" y="1061492"/>
                    <a:pt x="675752" y="953649"/>
                    <a:pt x="607729" y="790400"/>
                  </a:cubicBezTo>
                  <a:cubicBezTo>
                    <a:pt x="542837" y="634680"/>
                    <a:pt x="453964" y="421408"/>
                    <a:pt x="125983" y="203189"/>
                  </a:cubicBezTo>
                  <a:cubicBezTo>
                    <a:pt x="50737" y="153181"/>
                    <a:pt x="8445" y="85746"/>
                    <a:pt x="272" y="2759"/>
                  </a:cubicBezTo>
                  <a:lnTo>
                    <a:pt x="0" y="0"/>
                  </a:lnTo>
                  <a:lnTo>
                    <a:pt x="977032" y="0"/>
                  </a:lnTo>
                  <a:close/>
                  <a:moveTo>
                    <a:pt x="5574" y="5036"/>
                  </a:moveTo>
                  <a:cubicBezTo>
                    <a:pt x="14250" y="85178"/>
                    <a:pt x="55693" y="150437"/>
                    <a:pt x="128778" y="199017"/>
                  </a:cubicBezTo>
                  <a:cubicBezTo>
                    <a:pt x="458036" y="418075"/>
                    <a:pt x="547245" y="632162"/>
                    <a:pt x="612383" y="788475"/>
                  </a:cubicBezTo>
                  <a:cubicBezTo>
                    <a:pt x="679426" y="949372"/>
                    <a:pt x="723800" y="1055857"/>
                    <a:pt x="972021" y="1065890"/>
                  </a:cubicBezTo>
                  <a:lnTo>
                    <a:pt x="972021" y="5036"/>
                  </a:lnTo>
                  <a:close/>
                </a:path>
              </a:pathLst>
            </a:custGeom>
            <a:solidFill>
              <a:schemeClr val="tx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2970644-E0F4-4520-93D5-053B346F439B}"/>
                </a:ext>
              </a:extLst>
            </p:cNvPr>
            <p:cNvSpPr/>
            <p:nvPr/>
          </p:nvSpPr>
          <p:spPr>
            <a:xfrm>
              <a:off x="1294359" y="4712987"/>
              <a:ext cx="335907" cy="335907"/>
            </a:xfrm>
            <a:custGeom>
              <a:avLst/>
              <a:gdLst>
                <a:gd name="connsiteX0" fmla="*/ 335908 w 335907"/>
                <a:gd name="connsiteY0" fmla="*/ 167954 h 335907"/>
                <a:gd name="connsiteX1" fmla="*/ 167954 w 335907"/>
                <a:gd name="connsiteY1" fmla="*/ 335908 h 335907"/>
                <a:gd name="connsiteX2" fmla="*/ 0 w 335907"/>
                <a:gd name="connsiteY2" fmla="*/ 167954 h 335907"/>
                <a:gd name="connsiteX3" fmla="*/ 167954 w 335907"/>
                <a:gd name="connsiteY3" fmla="*/ 0 h 335907"/>
                <a:gd name="connsiteX4" fmla="*/ 335908 w 335907"/>
                <a:gd name="connsiteY4" fmla="*/ 167954 h 33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907" h="335907">
                  <a:moveTo>
                    <a:pt x="335908" y="167954"/>
                  </a:moveTo>
                  <a:cubicBezTo>
                    <a:pt x="335908" y="260712"/>
                    <a:pt x="260712" y="335908"/>
                    <a:pt x="167954" y="335908"/>
                  </a:cubicBezTo>
                  <a:cubicBezTo>
                    <a:pt x="75196" y="335908"/>
                    <a:pt x="0" y="260712"/>
                    <a:pt x="0" y="167954"/>
                  </a:cubicBezTo>
                  <a:cubicBezTo>
                    <a:pt x="0" y="75196"/>
                    <a:pt x="75196" y="0"/>
                    <a:pt x="167954" y="0"/>
                  </a:cubicBezTo>
                  <a:cubicBezTo>
                    <a:pt x="260712" y="0"/>
                    <a:pt x="335908" y="75196"/>
                    <a:pt x="335908" y="167954"/>
                  </a:cubicBez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9042F5-4D8F-4185-9361-03C7324C575B}"/>
                </a:ext>
              </a:extLst>
            </p:cNvPr>
            <p:cNvSpPr/>
            <p:nvPr/>
          </p:nvSpPr>
          <p:spPr>
            <a:xfrm>
              <a:off x="802053" y="5555712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E1719E-0A39-4B5D-9A91-93111541A716}"/>
                </a:ext>
              </a:extLst>
            </p:cNvPr>
            <p:cNvSpPr/>
            <p:nvPr/>
          </p:nvSpPr>
          <p:spPr>
            <a:xfrm>
              <a:off x="1733736" y="5847805"/>
              <a:ext cx="415486" cy="436477"/>
            </a:xfrm>
            <a:custGeom>
              <a:avLst/>
              <a:gdLst>
                <a:gd name="connsiteX0" fmla="*/ 0 w 415486"/>
                <a:gd name="connsiteY0" fmla="*/ 436477 h 436477"/>
                <a:gd name="connsiteX1" fmla="*/ 0 w 415486"/>
                <a:gd name="connsiteY1" fmla="*/ 436477 h 436477"/>
                <a:gd name="connsiteX2" fmla="*/ 0 w 415486"/>
                <a:gd name="connsiteY2" fmla="*/ 0 h 436477"/>
                <a:gd name="connsiteX3" fmla="*/ 415487 w 415486"/>
                <a:gd name="connsiteY3" fmla="*/ 0 h 436477"/>
                <a:gd name="connsiteX4" fmla="*/ 415487 w 415486"/>
                <a:gd name="connsiteY4" fmla="*/ 221 h 436477"/>
                <a:gd name="connsiteX5" fmla="*/ 84349 w 415486"/>
                <a:gd name="connsiteY5" fmla="*/ 423685 h 436477"/>
                <a:gd name="connsiteX6" fmla="*/ 0 w 415486"/>
                <a:gd name="connsiteY6" fmla="*/ 436477 h 43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5486" h="436477">
                  <a:moveTo>
                    <a:pt x="0" y="436477"/>
                  </a:moveTo>
                  <a:lnTo>
                    <a:pt x="0" y="436477"/>
                  </a:lnTo>
                  <a:lnTo>
                    <a:pt x="0" y="0"/>
                  </a:lnTo>
                  <a:lnTo>
                    <a:pt x="415487" y="0"/>
                  </a:lnTo>
                  <a:lnTo>
                    <a:pt x="415487" y="221"/>
                  </a:lnTo>
                  <a:cubicBezTo>
                    <a:pt x="414741" y="200425"/>
                    <a:pt x="278467" y="374693"/>
                    <a:pt x="84349" y="423685"/>
                  </a:cubicBezTo>
                  <a:cubicBezTo>
                    <a:pt x="56708" y="430646"/>
                    <a:pt x="28462" y="434930"/>
                    <a:pt x="0" y="436477"/>
                  </a:cubicBezTo>
                  <a:close/>
                </a:path>
              </a:pathLst>
            </a:custGeom>
            <a:solidFill>
              <a:schemeClr val="accent4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89B03DF-B3C2-4148-A06B-C46D7B5FCBD2}"/>
                </a:ext>
              </a:extLst>
            </p:cNvPr>
            <p:cNvSpPr/>
            <p:nvPr/>
          </p:nvSpPr>
          <p:spPr>
            <a:xfrm>
              <a:off x="704565" y="5471751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ED88D-442C-4B54-8369-BD21A42D657C}"/>
                </a:ext>
              </a:extLst>
            </p:cNvPr>
            <p:cNvSpPr/>
            <p:nvPr/>
          </p:nvSpPr>
          <p:spPr>
            <a:xfrm>
              <a:off x="879083" y="5703023"/>
              <a:ext cx="446123" cy="66117"/>
            </a:xfrm>
            <a:custGeom>
              <a:avLst/>
              <a:gdLst>
                <a:gd name="connsiteX0" fmla="*/ 0 w 446123"/>
                <a:gd name="connsiteY0" fmla="*/ 0 h 66117"/>
                <a:gd name="connsiteX1" fmla="*/ 446123 w 446123"/>
                <a:gd name="connsiteY1" fmla="*/ 0 h 66117"/>
                <a:gd name="connsiteX2" fmla="*/ 446123 w 446123"/>
                <a:gd name="connsiteY2" fmla="*/ 66118 h 66117"/>
                <a:gd name="connsiteX3" fmla="*/ 0 w 446123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123" h="66117">
                  <a:moveTo>
                    <a:pt x="0" y="0"/>
                  </a:moveTo>
                  <a:lnTo>
                    <a:pt x="446123" y="0"/>
                  </a:lnTo>
                  <a:lnTo>
                    <a:pt x="446123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9295325-234F-4D8D-9D39-605C8B56CF8F}"/>
                </a:ext>
              </a:extLst>
            </p:cNvPr>
            <p:cNvSpPr/>
            <p:nvPr/>
          </p:nvSpPr>
          <p:spPr>
            <a:xfrm>
              <a:off x="1021764" y="6093669"/>
              <a:ext cx="220832" cy="190613"/>
            </a:xfrm>
            <a:custGeom>
              <a:avLst/>
              <a:gdLst>
                <a:gd name="connsiteX0" fmla="*/ 110416 w 220832"/>
                <a:gd name="connsiteY0" fmla="*/ 0 h 190613"/>
                <a:gd name="connsiteX1" fmla="*/ 220832 w 220832"/>
                <a:gd name="connsiteY1" fmla="*/ 190613 h 190613"/>
                <a:gd name="connsiteX2" fmla="*/ 0 w 220832"/>
                <a:gd name="connsiteY2" fmla="*/ 190613 h 19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832" h="190613">
                  <a:moveTo>
                    <a:pt x="110416" y="0"/>
                  </a:moveTo>
                  <a:lnTo>
                    <a:pt x="220832" y="190613"/>
                  </a:lnTo>
                  <a:lnTo>
                    <a:pt x="0" y="190613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F69A97-AC40-4BBF-93FE-8C1F8ABE2CE0}"/>
                </a:ext>
              </a:extLst>
            </p:cNvPr>
            <p:cNvSpPr/>
            <p:nvPr/>
          </p:nvSpPr>
          <p:spPr>
            <a:xfrm>
              <a:off x="879083" y="5832590"/>
              <a:ext cx="311228" cy="66117"/>
            </a:xfrm>
            <a:custGeom>
              <a:avLst/>
              <a:gdLst>
                <a:gd name="connsiteX0" fmla="*/ 0 w 311228"/>
                <a:gd name="connsiteY0" fmla="*/ 0 h 66117"/>
                <a:gd name="connsiteX1" fmla="*/ 311228 w 311228"/>
                <a:gd name="connsiteY1" fmla="*/ 0 h 66117"/>
                <a:gd name="connsiteX2" fmla="*/ 311228 w 311228"/>
                <a:gd name="connsiteY2" fmla="*/ 66118 h 66117"/>
                <a:gd name="connsiteX3" fmla="*/ 0 w 311228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228" h="66117">
                  <a:moveTo>
                    <a:pt x="0" y="0"/>
                  </a:moveTo>
                  <a:lnTo>
                    <a:pt x="311228" y="0"/>
                  </a:lnTo>
                  <a:lnTo>
                    <a:pt x="311228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666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02C701-AB8C-46E4-A998-38E9C9D55D9D}"/>
              </a:ext>
            </a:extLst>
          </p:cNvPr>
          <p:cNvGrpSpPr/>
          <p:nvPr userDrawn="1"/>
        </p:nvGrpSpPr>
        <p:grpSpPr>
          <a:xfrm>
            <a:off x="8674695" y="3621818"/>
            <a:ext cx="3000841" cy="2814283"/>
            <a:chOff x="8674695" y="3621818"/>
            <a:chExt cx="3000841" cy="281428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50028C0-13C4-4CBB-B8A4-B90DD2829DF6}"/>
                </a:ext>
              </a:extLst>
            </p:cNvPr>
            <p:cNvSpPr/>
            <p:nvPr/>
          </p:nvSpPr>
          <p:spPr>
            <a:xfrm>
              <a:off x="9906961" y="3806827"/>
              <a:ext cx="899255" cy="899255"/>
            </a:xfrm>
            <a:custGeom>
              <a:avLst/>
              <a:gdLst>
                <a:gd name="connsiteX0" fmla="*/ 899256 w 899255"/>
                <a:gd name="connsiteY0" fmla="*/ 449628 h 899255"/>
                <a:gd name="connsiteX1" fmla="*/ 449628 w 899255"/>
                <a:gd name="connsiteY1" fmla="*/ 899255 h 899255"/>
                <a:gd name="connsiteX2" fmla="*/ 0 w 899255"/>
                <a:gd name="connsiteY2" fmla="*/ 449628 h 899255"/>
                <a:gd name="connsiteX3" fmla="*/ 449628 w 899255"/>
                <a:gd name="connsiteY3" fmla="*/ 0 h 899255"/>
                <a:gd name="connsiteX4" fmla="*/ 899256 w 899255"/>
                <a:gd name="connsiteY4" fmla="*/ 449628 h 8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255" h="899255">
                  <a:moveTo>
                    <a:pt x="899256" y="449628"/>
                  </a:moveTo>
                  <a:cubicBezTo>
                    <a:pt x="899256" y="697950"/>
                    <a:pt x="697950" y="899255"/>
                    <a:pt x="449628" y="899255"/>
                  </a:cubicBezTo>
                  <a:cubicBezTo>
                    <a:pt x="201305" y="899255"/>
                    <a:pt x="0" y="697950"/>
                    <a:pt x="0" y="449628"/>
                  </a:cubicBezTo>
                  <a:cubicBezTo>
                    <a:pt x="0" y="201305"/>
                    <a:pt x="201305" y="0"/>
                    <a:pt x="449628" y="0"/>
                  </a:cubicBezTo>
                  <a:cubicBezTo>
                    <a:pt x="697950" y="0"/>
                    <a:pt x="899256" y="201305"/>
                    <a:pt x="899256" y="449628"/>
                  </a:cubicBezTo>
                  <a:close/>
                </a:path>
              </a:pathLst>
            </a:custGeom>
            <a:solidFill>
              <a:schemeClr val="accent3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C0E318B-B34A-4981-A556-01AF85251C86}"/>
                </a:ext>
              </a:extLst>
            </p:cNvPr>
            <p:cNvSpPr/>
            <p:nvPr/>
          </p:nvSpPr>
          <p:spPr>
            <a:xfrm>
              <a:off x="8674695" y="3621818"/>
              <a:ext cx="2477629" cy="2260487"/>
            </a:xfrm>
            <a:custGeom>
              <a:avLst/>
              <a:gdLst>
                <a:gd name="connsiteX0" fmla="*/ 0 w 2477629"/>
                <a:gd name="connsiteY0" fmla="*/ 2260488 h 2260487"/>
                <a:gd name="connsiteX1" fmla="*/ 302 w 2477629"/>
                <a:gd name="connsiteY1" fmla="*/ 2252418 h 2260487"/>
                <a:gd name="connsiteX2" fmla="*/ 193064 w 2477629"/>
                <a:gd name="connsiteY2" fmla="*/ 1666426 h 2260487"/>
                <a:gd name="connsiteX3" fmla="*/ 649516 w 2477629"/>
                <a:gd name="connsiteY3" fmla="*/ 1403850 h 2260487"/>
                <a:gd name="connsiteX4" fmla="*/ 2004752 w 2477629"/>
                <a:gd name="connsiteY4" fmla="*/ 292033 h 2260487"/>
                <a:gd name="connsiteX5" fmla="*/ 2469042 w 2477629"/>
                <a:gd name="connsiteY5" fmla="*/ 851 h 2260487"/>
                <a:gd name="connsiteX6" fmla="*/ 2477630 w 2477629"/>
                <a:gd name="connsiteY6" fmla="*/ 0 h 2260487"/>
                <a:gd name="connsiteX7" fmla="*/ 2453041 w 2477629"/>
                <a:gd name="connsiteY7" fmla="*/ 2246584 h 2260487"/>
                <a:gd name="connsiteX8" fmla="*/ 2445435 w 2477629"/>
                <a:gd name="connsiteY8" fmla="*/ 2246630 h 2260487"/>
                <a:gd name="connsiteX9" fmla="*/ 2461970 w 2477629"/>
                <a:gd name="connsiteY9" fmla="*/ 17154 h 2260487"/>
                <a:gd name="connsiteX10" fmla="*/ 2017642 w 2477629"/>
                <a:gd name="connsiteY10" fmla="*/ 300598 h 2260487"/>
                <a:gd name="connsiteX11" fmla="*/ 1284725 w 2477629"/>
                <a:gd name="connsiteY11" fmla="*/ 1087143 h 2260487"/>
                <a:gd name="connsiteX12" fmla="*/ 655474 w 2477629"/>
                <a:gd name="connsiteY12" fmla="*/ 1418141 h 2260487"/>
                <a:gd name="connsiteX13" fmla="*/ 16086 w 2477629"/>
                <a:gd name="connsiteY13" fmla="*/ 2244920 h 2260487"/>
                <a:gd name="connsiteX14" fmla="*/ 2437736 w 2477629"/>
                <a:gd name="connsiteY14" fmla="*/ 2231202 h 226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77629" h="2260487">
                  <a:moveTo>
                    <a:pt x="0" y="2260488"/>
                  </a:moveTo>
                  <a:lnTo>
                    <a:pt x="302" y="2252418"/>
                  </a:lnTo>
                  <a:cubicBezTo>
                    <a:pt x="10616" y="1977222"/>
                    <a:pt x="70070" y="1796507"/>
                    <a:pt x="193064" y="1666426"/>
                  </a:cubicBezTo>
                  <a:cubicBezTo>
                    <a:pt x="306030" y="1547007"/>
                    <a:pt x="465188" y="1480667"/>
                    <a:pt x="649516" y="1403850"/>
                  </a:cubicBezTo>
                  <a:cubicBezTo>
                    <a:pt x="1008918" y="1254085"/>
                    <a:pt x="1501132" y="1048982"/>
                    <a:pt x="2004752" y="292033"/>
                  </a:cubicBezTo>
                  <a:cubicBezTo>
                    <a:pt x="2120557" y="117755"/>
                    <a:pt x="2276768" y="19792"/>
                    <a:pt x="2469042" y="851"/>
                  </a:cubicBezTo>
                  <a:lnTo>
                    <a:pt x="2477630" y="0"/>
                  </a:lnTo>
                  <a:lnTo>
                    <a:pt x="2453041" y="2246584"/>
                  </a:lnTo>
                  <a:lnTo>
                    <a:pt x="2445435" y="2246630"/>
                  </a:lnTo>
                  <a:close/>
                  <a:moveTo>
                    <a:pt x="2461970" y="17154"/>
                  </a:moveTo>
                  <a:cubicBezTo>
                    <a:pt x="2278470" y="37666"/>
                    <a:pt x="2129014" y="132990"/>
                    <a:pt x="2017642" y="300598"/>
                  </a:cubicBezTo>
                  <a:cubicBezTo>
                    <a:pt x="1793118" y="638049"/>
                    <a:pt x="1553398" y="895333"/>
                    <a:pt x="1284725" y="1087143"/>
                  </a:cubicBezTo>
                  <a:cubicBezTo>
                    <a:pt x="1053377" y="1252336"/>
                    <a:pt x="841976" y="1340419"/>
                    <a:pt x="655474" y="1418141"/>
                  </a:cubicBezTo>
                  <a:cubicBezTo>
                    <a:pt x="285030" y="1572502"/>
                    <a:pt x="39716" y="1674767"/>
                    <a:pt x="16086" y="2244920"/>
                  </a:cubicBezTo>
                  <a:lnTo>
                    <a:pt x="2437736" y="2231202"/>
                  </a:lnTo>
                  <a:close/>
                </a:path>
              </a:pathLst>
            </a:custGeom>
            <a:solidFill>
              <a:schemeClr val="tx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178EF47-34A0-4AFC-8C39-0CC0AD04EB87}"/>
                </a:ext>
              </a:extLst>
            </p:cNvPr>
            <p:cNvSpPr/>
            <p:nvPr/>
          </p:nvSpPr>
          <p:spPr>
            <a:xfrm>
              <a:off x="9342711" y="5315533"/>
              <a:ext cx="652332" cy="561433"/>
            </a:xfrm>
            <a:custGeom>
              <a:avLst/>
              <a:gdLst>
                <a:gd name="connsiteX0" fmla="*/ 652332 w 652332"/>
                <a:gd name="connsiteY0" fmla="*/ 561433 h 561433"/>
                <a:gd name="connsiteX1" fmla="*/ 0 w 652332"/>
                <a:gd name="connsiteY1" fmla="*/ 561433 h 561433"/>
                <a:gd name="connsiteX2" fmla="*/ 326162 w 652332"/>
                <a:gd name="connsiteY2" fmla="*/ 0 h 5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3">
                  <a:moveTo>
                    <a:pt x="652332" y="561433"/>
                  </a:moveTo>
                  <a:lnTo>
                    <a:pt x="0" y="561433"/>
                  </a:lnTo>
                  <a:lnTo>
                    <a:pt x="326162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92D7AF-BCB2-4554-8ABF-DFA162E02038}"/>
                </a:ext>
              </a:extLst>
            </p:cNvPr>
            <p:cNvSpPr/>
            <p:nvPr/>
          </p:nvSpPr>
          <p:spPr>
            <a:xfrm>
              <a:off x="8881477" y="5318164"/>
              <a:ext cx="652332" cy="561432"/>
            </a:xfrm>
            <a:custGeom>
              <a:avLst/>
              <a:gdLst>
                <a:gd name="connsiteX0" fmla="*/ 652332 w 652332"/>
                <a:gd name="connsiteY0" fmla="*/ 561433 h 561432"/>
                <a:gd name="connsiteX1" fmla="*/ 0 w 652332"/>
                <a:gd name="connsiteY1" fmla="*/ 561433 h 561432"/>
                <a:gd name="connsiteX2" fmla="*/ 326170 w 652332"/>
                <a:gd name="connsiteY2" fmla="*/ 0 h 5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2">
                  <a:moveTo>
                    <a:pt x="652332" y="561433"/>
                  </a:moveTo>
                  <a:lnTo>
                    <a:pt x="0" y="561433"/>
                  </a:lnTo>
                  <a:lnTo>
                    <a:pt x="326170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0AEDC6C-AF72-4D98-A3DA-BF539F825F62}"/>
                </a:ext>
              </a:extLst>
            </p:cNvPr>
            <p:cNvSpPr/>
            <p:nvPr/>
          </p:nvSpPr>
          <p:spPr>
            <a:xfrm>
              <a:off x="10611064" y="5317839"/>
              <a:ext cx="1064472" cy="1118262"/>
            </a:xfrm>
            <a:custGeom>
              <a:avLst/>
              <a:gdLst>
                <a:gd name="connsiteX0" fmla="*/ 216098 w 1064472"/>
                <a:gd name="connsiteY0" fmla="*/ 1085487 h 1118262"/>
                <a:gd name="connsiteX1" fmla="*/ 1064472 w 1064472"/>
                <a:gd name="connsiteY1" fmla="*/ 573 h 1118262"/>
                <a:gd name="connsiteX2" fmla="*/ 1064472 w 1064472"/>
                <a:gd name="connsiteY2" fmla="*/ 0 h 1118262"/>
                <a:gd name="connsiteX3" fmla="*/ 0 w 1064472"/>
                <a:gd name="connsiteY3" fmla="*/ 0 h 1118262"/>
                <a:gd name="connsiteX4" fmla="*/ 0 w 1064472"/>
                <a:gd name="connsiteY4" fmla="*/ 1118263 h 1118262"/>
                <a:gd name="connsiteX5" fmla="*/ 0 w 1064472"/>
                <a:gd name="connsiteY5" fmla="*/ 1118263 h 1118262"/>
                <a:gd name="connsiteX6" fmla="*/ 216098 w 1064472"/>
                <a:gd name="connsiteY6" fmla="*/ 1085487 h 111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4472" h="1118262">
                  <a:moveTo>
                    <a:pt x="216098" y="1085487"/>
                  </a:moveTo>
                  <a:cubicBezTo>
                    <a:pt x="714734" y="961975"/>
                    <a:pt x="1064820" y="514274"/>
                    <a:pt x="1064472" y="573"/>
                  </a:cubicBezTo>
                  <a:lnTo>
                    <a:pt x="1064472" y="0"/>
                  </a:lnTo>
                  <a:lnTo>
                    <a:pt x="0" y="0"/>
                  </a:lnTo>
                  <a:lnTo>
                    <a:pt x="0" y="1118263"/>
                  </a:lnTo>
                  <a:lnTo>
                    <a:pt x="0" y="1118263"/>
                  </a:lnTo>
                  <a:cubicBezTo>
                    <a:pt x="72917" y="1114301"/>
                    <a:pt x="145285" y="1103329"/>
                    <a:pt x="216098" y="1085487"/>
                  </a:cubicBezTo>
                  <a:close/>
                </a:path>
              </a:pathLst>
            </a:custGeom>
            <a:solidFill>
              <a:schemeClr val="accent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0068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F651AA-429A-4F12-B89D-CE357A17B18E}"/>
              </a:ext>
            </a:extLst>
          </p:cNvPr>
          <p:cNvGrpSpPr/>
          <p:nvPr userDrawn="1"/>
        </p:nvGrpSpPr>
        <p:grpSpPr>
          <a:xfrm>
            <a:off x="412203" y="4285741"/>
            <a:ext cx="1753152" cy="2364400"/>
            <a:chOff x="412203" y="4285741"/>
            <a:chExt cx="1753152" cy="23644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96917D-396F-42BB-A076-A0C1BB57AA43}"/>
                </a:ext>
              </a:extLst>
            </p:cNvPr>
            <p:cNvSpPr/>
            <p:nvPr/>
          </p:nvSpPr>
          <p:spPr>
            <a:xfrm>
              <a:off x="412203" y="5308326"/>
              <a:ext cx="1354331" cy="1341815"/>
            </a:xfrm>
            <a:custGeom>
              <a:avLst/>
              <a:gdLst>
                <a:gd name="connsiteX0" fmla="*/ 1354331 w 1354331"/>
                <a:gd name="connsiteY0" fmla="*/ 0 h 1341815"/>
                <a:gd name="connsiteX1" fmla="*/ 953900 w 1354331"/>
                <a:gd name="connsiteY1" fmla="*/ 507682 h 1341815"/>
                <a:gd name="connsiteX2" fmla="*/ 150495 w 1354331"/>
                <a:gd name="connsiteY2" fmla="*/ 1200540 h 1341815"/>
                <a:gd name="connsiteX3" fmla="*/ 0 w 1354331"/>
                <a:gd name="connsiteY3" fmla="*/ 1341815 h 1341815"/>
                <a:gd name="connsiteX4" fmla="*/ 0 w 1354331"/>
                <a:gd name="connsiteY4" fmla="*/ 0 h 134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4331" h="1341815">
                  <a:moveTo>
                    <a:pt x="1354331" y="0"/>
                  </a:moveTo>
                  <a:cubicBezTo>
                    <a:pt x="1333814" y="260899"/>
                    <a:pt x="1236031" y="384620"/>
                    <a:pt x="953900" y="507682"/>
                  </a:cubicBezTo>
                  <a:cubicBezTo>
                    <a:pt x="607676" y="660387"/>
                    <a:pt x="374847" y="861060"/>
                    <a:pt x="150495" y="1200540"/>
                  </a:cubicBezTo>
                  <a:cubicBezTo>
                    <a:pt x="112012" y="1258706"/>
                    <a:pt x="60479" y="1307082"/>
                    <a:pt x="0" y="13418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E5237B8-9BFC-4F4F-B6EA-E88F8D5723C7}"/>
                </a:ext>
              </a:extLst>
            </p:cNvPr>
            <p:cNvSpPr/>
            <p:nvPr/>
          </p:nvSpPr>
          <p:spPr>
            <a:xfrm>
              <a:off x="412241" y="4712652"/>
              <a:ext cx="775639" cy="595895"/>
            </a:xfrm>
            <a:custGeom>
              <a:avLst/>
              <a:gdLst>
                <a:gd name="connsiteX0" fmla="*/ 0 w 775639"/>
                <a:gd name="connsiteY0" fmla="*/ 198720 h 595895"/>
                <a:gd name="connsiteX1" fmla="*/ 590369 w 775639"/>
                <a:gd name="connsiteY1" fmla="*/ 0 h 595895"/>
                <a:gd name="connsiteX2" fmla="*/ 775640 w 775639"/>
                <a:gd name="connsiteY2" fmla="*/ 550545 h 595895"/>
                <a:gd name="connsiteX3" fmla="*/ 739216 w 775639"/>
                <a:gd name="connsiteY3" fmla="*/ 564442 h 595895"/>
                <a:gd name="connsiteX4" fmla="*/ 412061 w 775639"/>
                <a:gd name="connsiteY4" fmla="*/ 579682 h 595895"/>
                <a:gd name="connsiteX5" fmla="*/ 138694 w 775639"/>
                <a:gd name="connsiteY5" fmla="*/ 424605 h 595895"/>
                <a:gd name="connsiteX6" fmla="*/ 0 w 775639"/>
                <a:gd name="connsiteY6" fmla="*/ 198720 h 59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5639" h="595895">
                  <a:moveTo>
                    <a:pt x="0" y="198720"/>
                  </a:moveTo>
                  <a:lnTo>
                    <a:pt x="590369" y="0"/>
                  </a:lnTo>
                  <a:lnTo>
                    <a:pt x="775640" y="550545"/>
                  </a:lnTo>
                  <a:cubicBezTo>
                    <a:pt x="763657" y="555669"/>
                    <a:pt x="751380" y="560356"/>
                    <a:pt x="739216" y="564442"/>
                  </a:cubicBezTo>
                  <a:cubicBezTo>
                    <a:pt x="633798" y="600347"/>
                    <a:pt x="520361" y="605632"/>
                    <a:pt x="412061" y="579682"/>
                  </a:cubicBezTo>
                  <a:cubicBezTo>
                    <a:pt x="308202" y="554640"/>
                    <a:pt x="213476" y="500903"/>
                    <a:pt x="138694" y="424605"/>
                  </a:cubicBezTo>
                  <a:cubicBezTo>
                    <a:pt x="76067" y="360696"/>
                    <a:pt x="28659" y="283486"/>
                    <a:pt x="0" y="198720"/>
                  </a:cubicBezTo>
                  <a:close/>
                </a:path>
              </a:pathLst>
            </a:custGeom>
            <a:solidFill>
              <a:schemeClr val="bg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A7FD02-D910-4845-B318-060155DFC1AE}"/>
                </a:ext>
              </a:extLst>
            </p:cNvPr>
            <p:cNvSpPr/>
            <p:nvPr/>
          </p:nvSpPr>
          <p:spPr>
            <a:xfrm>
              <a:off x="1405613" y="4650615"/>
              <a:ext cx="759742" cy="657958"/>
            </a:xfrm>
            <a:custGeom>
              <a:avLst/>
              <a:gdLst>
                <a:gd name="connsiteX0" fmla="*/ 379866 w 759742"/>
                <a:gd name="connsiteY0" fmla="*/ 0 h 657958"/>
                <a:gd name="connsiteX1" fmla="*/ 569804 w 759742"/>
                <a:gd name="connsiteY1" fmla="*/ 328984 h 657958"/>
                <a:gd name="connsiteX2" fmla="*/ 759743 w 759742"/>
                <a:gd name="connsiteY2" fmla="*/ 657958 h 657958"/>
                <a:gd name="connsiteX3" fmla="*/ 379866 w 759742"/>
                <a:gd name="connsiteY3" fmla="*/ 657958 h 657958"/>
                <a:gd name="connsiteX4" fmla="*/ 0 w 759742"/>
                <a:gd name="connsiteY4" fmla="*/ 657958 h 657958"/>
                <a:gd name="connsiteX5" fmla="*/ 189938 w 759742"/>
                <a:gd name="connsiteY5" fmla="*/ 328984 h 657958"/>
                <a:gd name="connsiteX6" fmla="*/ 379866 w 759742"/>
                <a:gd name="connsiteY6" fmla="*/ 0 h 6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9742" h="657958">
                  <a:moveTo>
                    <a:pt x="379866" y="0"/>
                  </a:moveTo>
                  <a:lnTo>
                    <a:pt x="569804" y="328984"/>
                  </a:lnTo>
                  <a:lnTo>
                    <a:pt x="759743" y="657958"/>
                  </a:lnTo>
                  <a:lnTo>
                    <a:pt x="379866" y="657958"/>
                  </a:lnTo>
                  <a:lnTo>
                    <a:pt x="0" y="657958"/>
                  </a:lnTo>
                  <a:lnTo>
                    <a:pt x="189938" y="328984"/>
                  </a:lnTo>
                  <a:lnTo>
                    <a:pt x="37986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4FE62B-91F7-46F3-BFDE-77ADB1D34C26}"/>
                </a:ext>
              </a:extLst>
            </p:cNvPr>
            <p:cNvSpPr/>
            <p:nvPr/>
          </p:nvSpPr>
          <p:spPr>
            <a:xfrm>
              <a:off x="1612553" y="4285741"/>
              <a:ext cx="355568" cy="355568"/>
            </a:xfrm>
            <a:custGeom>
              <a:avLst/>
              <a:gdLst>
                <a:gd name="connsiteX0" fmla="*/ 355568 w 355568"/>
                <a:gd name="connsiteY0" fmla="*/ 177784 h 355568"/>
                <a:gd name="connsiteX1" fmla="*/ 177784 w 355568"/>
                <a:gd name="connsiteY1" fmla="*/ 355568 h 355568"/>
                <a:gd name="connsiteX2" fmla="*/ 0 w 355568"/>
                <a:gd name="connsiteY2" fmla="*/ 177784 h 355568"/>
                <a:gd name="connsiteX3" fmla="*/ 177784 w 355568"/>
                <a:gd name="connsiteY3" fmla="*/ 0 h 355568"/>
                <a:gd name="connsiteX4" fmla="*/ 355568 w 355568"/>
                <a:gd name="connsiteY4" fmla="*/ 177784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568" h="355568">
                  <a:moveTo>
                    <a:pt x="355568" y="177784"/>
                  </a:moveTo>
                  <a:cubicBezTo>
                    <a:pt x="355568" y="275972"/>
                    <a:pt x="275972" y="355568"/>
                    <a:pt x="177784" y="355568"/>
                  </a:cubicBezTo>
                  <a:cubicBezTo>
                    <a:pt x="79597" y="355568"/>
                    <a:pt x="0" y="275972"/>
                    <a:pt x="0" y="177784"/>
                  </a:cubicBezTo>
                  <a:cubicBezTo>
                    <a:pt x="0" y="79597"/>
                    <a:pt x="79597" y="0"/>
                    <a:pt x="177784" y="0"/>
                  </a:cubicBezTo>
                  <a:cubicBezTo>
                    <a:pt x="275972" y="0"/>
                    <a:pt x="355568" y="79597"/>
                    <a:pt x="355568" y="17778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96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8D068B-9FA9-49D8-9E2D-2469802DD124}"/>
              </a:ext>
            </a:extLst>
          </p:cNvPr>
          <p:cNvGrpSpPr/>
          <p:nvPr userDrawn="1"/>
        </p:nvGrpSpPr>
        <p:grpSpPr>
          <a:xfrm>
            <a:off x="333594" y="4067880"/>
            <a:ext cx="1686342" cy="2363341"/>
            <a:chOff x="333594" y="4067880"/>
            <a:chExt cx="1686342" cy="236334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2122F4C-8422-44D9-83DE-DD553A6E4792}"/>
                </a:ext>
              </a:extLst>
            </p:cNvPr>
            <p:cNvSpPr/>
            <p:nvPr/>
          </p:nvSpPr>
          <p:spPr>
            <a:xfrm>
              <a:off x="333594" y="4909526"/>
              <a:ext cx="1669258" cy="1521695"/>
            </a:xfrm>
            <a:custGeom>
              <a:avLst/>
              <a:gdLst>
                <a:gd name="connsiteX0" fmla="*/ 16629 w 1669258"/>
                <a:gd name="connsiteY0" fmla="*/ 9368 h 1521695"/>
                <a:gd name="connsiteX1" fmla="*/ 0 w 1669258"/>
                <a:gd name="connsiteY1" fmla="*/ 1521695 h 1521695"/>
                <a:gd name="connsiteX2" fmla="*/ 310957 w 1669258"/>
                <a:gd name="connsiteY2" fmla="*/ 1326585 h 1521695"/>
                <a:gd name="connsiteX3" fmla="*/ 1669258 w 1669258"/>
                <a:gd name="connsiteY3" fmla="*/ 0 h 152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9258" h="1521695">
                  <a:moveTo>
                    <a:pt x="16629" y="9368"/>
                  </a:moveTo>
                  <a:lnTo>
                    <a:pt x="0" y="1521695"/>
                  </a:lnTo>
                  <a:cubicBezTo>
                    <a:pt x="121645" y="1509723"/>
                    <a:pt x="229643" y="1448906"/>
                    <a:pt x="310957" y="1326585"/>
                  </a:cubicBezTo>
                  <a:cubicBezTo>
                    <a:pt x="1000761" y="289772"/>
                    <a:pt x="1639881" y="783867"/>
                    <a:pt x="1669258" y="0"/>
                  </a:cubicBezTo>
                  <a:close/>
                </a:path>
              </a:pathLst>
            </a:custGeom>
            <a:solidFill>
              <a:schemeClr val="tx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EB4D01-AD3A-4CAE-A850-FCD169B1428B}"/>
                </a:ext>
              </a:extLst>
            </p:cNvPr>
            <p:cNvSpPr/>
            <p:nvPr/>
          </p:nvSpPr>
          <p:spPr>
            <a:xfrm>
              <a:off x="1442653" y="4067880"/>
              <a:ext cx="577283" cy="577282"/>
            </a:xfrm>
            <a:custGeom>
              <a:avLst/>
              <a:gdLst>
                <a:gd name="connsiteX0" fmla="*/ 577283 w 577283"/>
                <a:gd name="connsiteY0" fmla="*/ 288641 h 577282"/>
                <a:gd name="connsiteX1" fmla="*/ 288642 w 577283"/>
                <a:gd name="connsiteY1" fmla="*/ 577283 h 577282"/>
                <a:gd name="connsiteX2" fmla="*/ 0 w 577283"/>
                <a:gd name="connsiteY2" fmla="*/ 288641 h 577282"/>
                <a:gd name="connsiteX3" fmla="*/ 288642 w 577283"/>
                <a:gd name="connsiteY3" fmla="*/ 0 h 577282"/>
                <a:gd name="connsiteX4" fmla="*/ 577283 w 577283"/>
                <a:gd name="connsiteY4" fmla="*/ 288641 h 577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83" h="577282">
                  <a:moveTo>
                    <a:pt x="577283" y="288641"/>
                  </a:moveTo>
                  <a:cubicBezTo>
                    <a:pt x="577283" y="448054"/>
                    <a:pt x="448054" y="577283"/>
                    <a:pt x="288642" y="577283"/>
                  </a:cubicBezTo>
                  <a:cubicBezTo>
                    <a:pt x="129229" y="577283"/>
                    <a:pt x="0" y="448054"/>
                    <a:pt x="0" y="288641"/>
                  </a:cubicBezTo>
                  <a:cubicBezTo>
                    <a:pt x="0" y="129229"/>
                    <a:pt x="129230" y="0"/>
                    <a:pt x="288642" y="0"/>
                  </a:cubicBezTo>
                  <a:cubicBezTo>
                    <a:pt x="448054" y="0"/>
                    <a:pt x="577283" y="129229"/>
                    <a:pt x="577283" y="288641"/>
                  </a:cubicBezTo>
                  <a:close/>
                </a:path>
              </a:pathLst>
            </a:custGeom>
            <a:solidFill>
              <a:schemeClr val="accent3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0496EA-417C-43FB-9C8D-2A18916FA270}"/>
                </a:ext>
              </a:extLst>
            </p:cNvPr>
            <p:cNvSpPr/>
            <p:nvPr/>
          </p:nvSpPr>
          <p:spPr>
            <a:xfrm>
              <a:off x="814260" y="4254365"/>
              <a:ext cx="861161" cy="652138"/>
            </a:xfrm>
            <a:custGeom>
              <a:avLst/>
              <a:gdLst>
                <a:gd name="connsiteX0" fmla="*/ 45910 w 861161"/>
                <a:gd name="connsiteY0" fmla="*/ 0 h 652138"/>
                <a:gd name="connsiteX1" fmla="*/ 861162 w 861161"/>
                <a:gd name="connsiteY1" fmla="*/ 397205 h 652138"/>
                <a:gd name="connsiteX2" fmla="*/ 254933 w 861161"/>
                <a:gd name="connsiteY2" fmla="*/ 606228 h 652138"/>
                <a:gd name="connsiteX3" fmla="*/ 45910 w 861161"/>
                <a:gd name="connsiteY3" fmla="*/ 0 h 65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161" h="652138">
                  <a:moveTo>
                    <a:pt x="45910" y="0"/>
                  </a:moveTo>
                  <a:lnTo>
                    <a:pt x="861162" y="397205"/>
                  </a:lnTo>
                  <a:cubicBezTo>
                    <a:pt x="751476" y="622330"/>
                    <a:pt x="480059" y="715913"/>
                    <a:pt x="254933" y="606228"/>
                  </a:cubicBezTo>
                  <a:cubicBezTo>
                    <a:pt x="29808" y="496543"/>
                    <a:pt x="-63775" y="225125"/>
                    <a:pt x="45910" y="0"/>
                  </a:cubicBezTo>
                  <a:close/>
                </a:path>
              </a:pathLst>
            </a:custGeom>
            <a:solidFill>
              <a:schemeClr val="accent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084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F945394-4FD3-4BC5-A401-C559143233F4}"/>
              </a:ext>
            </a:extLst>
          </p:cNvPr>
          <p:cNvGrpSpPr/>
          <p:nvPr userDrawn="1"/>
        </p:nvGrpSpPr>
        <p:grpSpPr>
          <a:xfrm>
            <a:off x="750096" y="4386472"/>
            <a:ext cx="1396502" cy="1988277"/>
            <a:chOff x="750096" y="4386472"/>
            <a:chExt cx="1396502" cy="198827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A057C7-0C39-4B91-A1FD-6007F42348A2}"/>
                </a:ext>
              </a:extLst>
            </p:cNvPr>
            <p:cNvSpPr/>
            <p:nvPr/>
          </p:nvSpPr>
          <p:spPr>
            <a:xfrm>
              <a:off x="1050511" y="4386472"/>
              <a:ext cx="884111" cy="1988277"/>
            </a:xfrm>
            <a:custGeom>
              <a:avLst/>
              <a:gdLst>
                <a:gd name="connsiteX0" fmla="*/ 0 w 884111"/>
                <a:gd name="connsiteY0" fmla="*/ 0 h 1988277"/>
                <a:gd name="connsiteX1" fmla="*/ 884111 w 884111"/>
                <a:gd name="connsiteY1" fmla="*/ 0 h 1988277"/>
                <a:gd name="connsiteX2" fmla="*/ 884111 w 884111"/>
                <a:gd name="connsiteY2" fmla="*/ 1988277 h 1988277"/>
                <a:gd name="connsiteX3" fmla="*/ 0 w 884111"/>
                <a:gd name="connsiteY3" fmla="*/ 1988277 h 198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988277">
                  <a:moveTo>
                    <a:pt x="0" y="0"/>
                  </a:moveTo>
                  <a:lnTo>
                    <a:pt x="884111" y="0"/>
                  </a:lnTo>
                  <a:lnTo>
                    <a:pt x="884111" y="1988277"/>
                  </a:lnTo>
                  <a:lnTo>
                    <a:pt x="0" y="1988277"/>
                  </a:lnTo>
                  <a:close/>
                </a:path>
              </a:pathLst>
            </a:custGeom>
            <a:solidFill>
              <a:schemeClr val="accent3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B12E7A-54C1-4EC0-BB5E-BE2DED74C4A1}"/>
                </a:ext>
              </a:extLst>
            </p:cNvPr>
            <p:cNvSpPr/>
            <p:nvPr/>
          </p:nvSpPr>
          <p:spPr>
            <a:xfrm>
              <a:off x="750096" y="4636442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E69B03B-43F4-4F9B-9AB5-BA93510B9F19}"/>
                </a:ext>
              </a:extLst>
            </p:cNvPr>
            <p:cNvSpPr/>
            <p:nvPr/>
          </p:nvSpPr>
          <p:spPr>
            <a:xfrm>
              <a:off x="750096" y="4889903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C5F190-35A1-4A4A-828B-1E00396A0EEE}"/>
                </a:ext>
              </a:extLst>
            </p:cNvPr>
            <p:cNvSpPr/>
            <p:nvPr/>
          </p:nvSpPr>
          <p:spPr>
            <a:xfrm>
              <a:off x="803792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6D7761-0AD4-4E15-8606-8DED94365480}"/>
                </a:ext>
              </a:extLst>
            </p:cNvPr>
            <p:cNvSpPr/>
            <p:nvPr/>
          </p:nvSpPr>
          <p:spPr>
            <a:xfrm>
              <a:off x="1526885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2472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C8FE81-5735-42BA-87F1-DA163126BB78}"/>
              </a:ext>
            </a:extLst>
          </p:cNvPr>
          <p:cNvGrpSpPr/>
          <p:nvPr userDrawn="1"/>
        </p:nvGrpSpPr>
        <p:grpSpPr>
          <a:xfrm>
            <a:off x="839788" y="631216"/>
            <a:ext cx="2237431" cy="2735899"/>
            <a:chOff x="865822" y="550830"/>
            <a:chExt cx="2656398" cy="32482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6986C9B-4CCE-42FF-8AAD-5457295EC0C5}"/>
                </a:ext>
              </a:extLst>
            </p:cNvPr>
            <p:cNvSpPr/>
            <p:nvPr/>
          </p:nvSpPr>
          <p:spPr>
            <a:xfrm>
              <a:off x="865822" y="2225582"/>
              <a:ext cx="1157097" cy="1167831"/>
            </a:xfrm>
            <a:custGeom>
              <a:avLst/>
              <a:gdLst>
                <a:gd name="connsiteX0" fmla="*/ 0 w 1157097"/>
                <a:gd name="connsiteY0" fmla="*/ 0 h 1167831"/>
                <a:gd name="connsiteX1" fmla="*/ 437807 w 1157097"/>
                <a:gd name="connsiteY1" fmla="*/ 345291 h 1167831"/>
                <a:gd name="connsiteX2" fmla="*/ 1035272 w 1157097"/>
                <a:gd name="connsiteY2" fmla="*/ 1038092 h 1167831"/>
                <a:gd name="connsiteX3" fmla="*/ 1157097 w 1157097"/>
                <a:gd name="connsiteY3" fmla="*/ 1167832 h 1167831"/>
                <a:gd name="connsiteX4" fmla="*/ 0 w 1157097"/>
                <a:gd name="connsiteY4" fmla="*/ 1167832 h 116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097" h="1167831">
                  <a:moveTo>
                    <a:pt x="0" y="0"/>
                  </a:moveTo>
                  <a:cubicBezTo>
                    <a:pt x="224971" y="17688"/>
                    <a:pt x="331661" y="102013"/>
                    <a:pt x="437807" y="345291"/>
                  </a:cubicBezTo>
                  <a:cubicBezTo>
                    <a:pt x="569490" y="643852"/>
                    <a:pt x="742522" y="844620"/>
                    <a:pt x="1035272" y="1038092"/>
                  </a:cubicBezTo>
                  <a:cubicBezTo>
                    <a:pt x="1085425" y="1071268"/>
                    <a:pt x="1127140" y="1115693"/>
                    <a:pt x="1157097" y="1167832"/>
                  </a:cubicBezTo>
                  <a:lnTo>
                    <a:pt x="0" y="1167832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BA8051A-286F-4DC0-9033-2F6ED3BD30AB}"/>
                </a:ext>
              </a:extLst>
            </p:cNvPr>
            <p:cNvSpPr/>
            <p:nvPr/>
          </p:nvSpPr>
          <p:spPr>
            <a:xfrm>
              <a:off x="1764639" y="2631214"/>
              <a:ext cx="1157106" cy="1167822"/>
            </a:xfrm>
            <a:custGeom>
              <a:avLst/>
              <a:gdLst>
                <a:gd name="connsiteX0" fmla="*/ 1157107 w 1157106"/>
                <a:gd name="connsiteY0" fmla="*/ 1167822 h 1167822"/>
                <a:gd name="connsiteX1" fmla="*/ 719300 w 1157106"/>
                <a:gd name="connsiteY1" fmla="*/ 822532 h 1167822"/>
                <a:gd name="connsiteX2" fmla="*/ 121825 w 1157106"/>
                <a:gd name="connsiteY2" fmla="*/ 129740 h 1167822"/>
                <a:gd name="connsiteX3" fmla="*/ 0 w 1157106"/>
                <a:gd name="connsiteY3" fmla="*/ 0 h 1167822"/>
                <a:gd name="connsiteX4" fmla="*/ 1157107 w 1157106"/>
                <a:gd name="connsiteY4" fmla="*/ 0 h 11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106" h="1167822">
                  <a:moveTo>
                    <a:pt x="1157107" y="1167822"/>
                  </a:moveTo>
                  <a:cubicBezTo>
                    <a:pt x="932126" y="1150134"/>
                    <a:pt x="825437" y="1065809"/>
                    <a:pt x="719300" y="822532"/>
                  </a:cubicBezTo>
                  <a:cubicBezTo>
                    <a:pt x="587616" y="523970"/>
                    <a:pt x="414576" y="323202"/>
                    <a:pt x="121825" y="129740"/>
                  </a:cubicBezTo>
                  <a:cubicBezTo>
                    <a:pt x="71673" y="96564"/>
                    <a:pt x="29957" y="52139"/>
                    <a:pt x="0" y="0"/>
                  </a:cubicBezTo>
                  <a:lnTo>
                    <a:pt x="115710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4592F1-4806-4F5E-839B-30E40F378EB4}"/>
                </a:ext>
              </a:extLst>
            </p:cNvPr>
            <p:cNvSpPr/>
            <p:nvPr/>
          </p:nvSpPr>
          <p:spPr>
            <a:xfrm>
              <a:off x="2321261" y="2215353"/>
              <a:ext cx="1200959" cy="598093"/>
            </a:xfrm>
            <a:custGeom>
              <a:avLst/>
              <a:gdLst>
                <a:gd name="connsiteX0" fmla="*/ 1200960 w 1200959"/>
                <a:gd name="connsiteY0" fmla="*/ 598093 h 598093"/>
                <a:gd name="connsiteX1" fmla="*/ 598088 w 1200959"/>
                <a:gd name="connsiteY1" fmla="*/ 5 h 598093"/>
                <a:gd name="connsiteX2" fmla="*/ 0 w 1200959"/>
                <a:gd name="connsiteY2" fmla="*/ 598093 h 59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0959" h="598093">
                  <a:moveTo>
                    <a:pt x="1200960" y="598093"/>
                  </a:moveTo>
                  <a:cubicBezTo>
                    <a:pt x="1199639" y="266457"/>
                    <a:pt x="929724" y="-1316"/>
                    <a:pt x="598088" y="5"/>
                  </a:cubicBezTo>
                  <a:cubicBezTo>
                    <a:pt x="268319" y="1318"/>
                    <a:pt x="1313" y="268324"/>
                    <a:pt x="0" y="5980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829615-7555-44DF-B735-CC693C28B9C4}"/>
                </a:ext>
              </a:extLst>
            </p:cNvPr>
            <p:cNvSpPr/>
            <p:nvPr/>
          </p:nvSpPr>
          <p:spPr>
            <a:xfrm>
              <a:off x="1444380" y="1296332"/>
              <a:ext cx="654634" cy="566928"/>
            </a:xfrm>
            <a:custGeom>
              <a:avLst/>
              <a:gdLst>
                <a:gd name="connsiteX0" fmla="*/ 327317 w 654634"/>
                <a:gd name="connsiteY0" fmla="*/ 0 h 566928"/>
                <a:gd name="connsiteX1" fmla="*/ 490976 w 654634"/>
                <a:gd name="connsiteY1" fmla="*/ 283464 h 566928"/>
                <a:gd name="connsiteX2" fmla="*/ 654634 w 654634"/>
                <a:gd name="connsiteY2" fmla="*/ 566928 h 566928"/>
                <a:gd name="connsiteX3" fmla="*/ 327317 w 654634"/>
                <a:gd name="connsiteY3" fmla="*/ 566928 h 566928"/>
                <a:gd name="connsiteX4" fmla="*/ 0 w 654634"/>
                <a:gd name="connsiteY4" fmla="*/ 566928 h 566928"/>
                <a:gd name="connsiteX5" fmla="*/ 163659 w 654634"/>
                <a:gd name="connsiteY5" fmla="*/ 283464 h 566928"/>
                <a:gd name="connsiteX6" fmla="*/ 327317 w 65463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C247127-CEBA-4B34-A9C2-62C7E64DE2A7}"/>
                </a:ext>
              </a:extLst>
            </p:cNvPr>
            <p:cNvSpPr/>
            <p:nvPr/>
          </p:nvSpPr>
          <p:spPr>
            <a:xfrm>
              <a:off x="2422359" y="550830"/>
              <a:ext cx="654634" cy="566927"/>
            </a:xfrm>
            <a:custGeom>
              <a:avLst/>
              <a:gdLst>
                <a:gd name="connsiteX0" fmla="*/ 327317 w 654634"/>
                <a:gd name="connsiteY0" fmla="*/ 0 h 566927"/>
                <a:gd name="connsiteX1" fmla="*/ 490976 w 654634"/>
                <a:gd name="connsiteY1" fmla="*/ 283464 h 566927"/>
                <a:gd name="connsiteX2" fmla="*/ 654634 w 654634"/>
                <a:gd name="connsiteY2" fmla="*/ 566928 h 566927"/>
                <a:gd name="connsiteX3" fmla="*/ 327317 w 654634"/>
                <a:gd name="connsiteY3" fmla="*/ 566928 h 566927"/>
                <a:gd name="connsiteX4" fmla="*/ 0 w 654634"/>
                <a:gd name="connsiteY4" fmla="*/ 566928 h 566927"/>
                <a:gd name="connsiteX5" fmla="*/ 163658 w 654634"/>
                <a:gd name="connsiteY5" fmla="*/ 283464 h 566927"/>
                <a:gd name="connsiteX6" fmla="*/ 327317 w 654634"/>
                <a:gd name="connsiteY6" fmla="*/ 0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7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8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C5B8255-CCD1-4D86-B5C7-1A8B9D2466FF}"/>
                </a:ext>
              </a:extLst>
            </p:cNvPr>
            <p:cNvSpPr/>
            <p:nvPr/>
          </p:nvSpPr>
          <p:spPr>
            <a:xfrm>
              <a:off x="2749676" y="834294"/>
              <a:ext cx="654624" cy="566928"/>
            </a:xfrm>
            <a:custGeom>
              <a:avLst/>
              <a:gdLst>
                <a:gd name="connsiteX0" fmla="*/ 327317 w 654624"/>
                <a:gd name="connsiteY0" fmla="*/ 0 h 566928"/>
                <a:gd name="connsiteX1" fmla="*/ 490976 w 654624"/>
                <a:gd name="connsiteY1" fmla="*/ 283464 h 566928"/>
                <a:gd name="connsiteX2" fmla="*/ 654625 w 654624"/>
                <a:gd name="connsiteY2" fmla="*/ 566928 h 566928"/>
                <a:gd name="connsiteX3" fmla="*/ 327317 w 654624"/>
                <a:gd name="connsiteY3" fmla="*/ 566928 h 566928"/>
                <a:gd name="connsiteX4" fmla="*/ 0 w 654624"/>
                <a:gd name="connsiteY4" fmla="*/ 566928 h 566928"/>
                <a:gd name="connsiteX5" fmla="*/ 163659 w 654624"/>
                <a:gd name="connsiteY5" fmla="*/ 283464 h 566928"/>
                <a:gd name="connsiteX6" fmla="*/ 327317 w 65462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2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25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4664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74028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308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889BDD-A5DA-449C-9F32-411F60AB59E7}"/>
              </a:ext>
            </a:extLst>
          </p:cNvPr>
          <p:cNvSpPr/>
          <p:nvPr userDrawn="1"/>
        </p:nvSpPr>
        <p:spPr>
          <a:xfrm>
            <a:off x="6614160" y="0"/>
            <a:ext cx="55778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1DB9A8-CFC3-43D6-97EF-9821CEC4EB86}"/>
              </a:ext>
            </a:extLst>
          </p:cNvPr>
          <p:cNvSpPr/>
          <p:nvPr userDrawn="1"/>
        </p:nvSpPr>
        <p:spPr>
          <a:xfrm>
            <a:off x="7394606" y="2098115"/>
            <a:ext cx="3504111" cy="149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097088"/>
            <a:ext cx="4932362" cy="1735772"/>
          </a:xfrm>
        </p:spPr>
        <p:txBody>
          <a:bodyPr anchor="t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8863209" y="1651018"/>
            <a:ext cx="580592" cy="2334362"/>
            <a:chOff x="11870514" y="244569"/>
            <a:chExt cx="151518" cy="609202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25D05D-BADA-4CE4-87CE-12CFA0CDE945}"/>
              </a:ext>
            </a:extLst>
          </p:cNvPr>
          <p:cNvSpPr/>
          <p:nvPr userDrawn="1"/>
        </p:nvSpPr>
        <p:spPr>
          <a:xfrm>
            <a:off x="9431648" y="435724"/>
            <a:ext cx="1226389" cy="1226389"/>
          </a:xfrm>
          <a:custGeom>
            <a:avLst/>
            <a:gdLst>
              <a:gd name="connsiteX0" fmla="*/ 2139813 w 2139848"/>
              <a:gd name="connsiteY0" fmla="*/ 1069841 h 2139848"/>
              <a:gd name="connsiteX1" fmla="*/ 1069898 w 2139848"/>
              <a:gd name="connsiteY1" fmla="*/ 2139775 h 2139848"/>
              <a:gd name="connsiteX2" fmla="*/ -36 w 2139848"/>
              <a:gd name="connsiteY2" fmla="*/ 1069860 h 2139848"/>
              <a:gd name="connsiteX3" fmla="*/ 1069879 w 2139848"/>
              <a:gd name="connsiteY3" fmla="*/ -73 h 2139848"/>
              <a:gd name="connsiteX4" fmla="*/ 1069898 w 2139848"/>
              <a:gd name="connsiteY4" fmla="*/ -73 h 2139848"/>
              <a:gd name="connsiteX5" fmla="*/ 2139813 w 2139848"/>
              <a:gd name="connsiteY5" fmla="*/ 1069841 h 213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9848" h="2139848">
                <a:moveTo>
                  <a:pt x="2139813" y="1069841"/>
                </a:moveTo>
                <a:cubicBezTo>
                  <a:pt x="2139818" y="1660744"/>
                  <a:pt x="1660801" y="2139770"/>
                  <a:pt x="1069898" y="2139775"/>
                </a:cubicBezTo>
                <a:cubicBezTo>
                  <a:pt x="478995" y="2139780"/>
                  <a:pt x="-30" y="1660763"/>
                  <a:pt x="-36" y="1069860"/>
                </a:cubicBezTo>
                <a:cubicBezTo>
                  <a:pt x="-41" y="478958"/>
                  <a:pt x="478976" y="-68"/>
                  <a:pt x="1069879" y="-73"/>
                </a:cubicBezTo>
                <a:cubicBezTo>
                  <a:pt x="1069886" y="-73"/>
                  <a:pt x="1069892" y="-73"/>
                  <a:pt x="1069898" y="-73"/>
                </a:cubicBezTo>
                <a:cubicBezTo>
                  <a:pt x="1660796" y="-73"/>
                  <a:pt x="2139813" y="478944"/>
                  <a:pt x="2139813" y="1069841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7738557" y="4327499"/>
            <a:ext cx="1296934" cy="656431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051F08-BCC2-42B7-A7D2-2EF1738B42C5}"/>
              </a:ext>
            </a:extLst>
          </p:cNvPr>
          <p:cNvSpPr/>
          <p:nvPr userDrawn="1"/>
        </p:nvSpPr>
        <p:spPr>
          <a:xfrm>
            <a:off x="10241991" y="4688420"/>
            <a:ext cx="1546225" cy="1674896"/>
          </a:xfrm>
          <a:custGeom>
            <a:avLst/>
            <a:gdLst>
              <a:gd name="connsiteX0" fmla="*/ 1442050 w 2031330"/>
              <a:gd name="connsiteY0" fmla="*/ 1615462 h 2200369"/>
              <a:gd name="connsiteX1" fmla="*/ -36 w 2031330"/>
              <a:gd name="connsiteY1" fmla="*/ 2200296 h 2200369"/>
              <a:gd name="connsiteX2" fmla="*/ -36 w 2031330"/>
              <a:gd name="connsiteY2" fmla="*/ -73 h 2200369"/>
              <a:gd name="connsiteX3" fmla="*/ 2025646 w 2031330"/>
              <a:gd name="connsiteY3" fmla="*/ -73 h 2200369"/>
              <a:gd name="connsiteX4" fmla="*/ 2031295 w 2031330"/>
              <a:gd name="connsiteY4" fmla="*/ 172500 h 2200369"/>
              <a:gd name="connsiteX5" fmla="*/ 1442050 w 2031330"/>
              <a:gd name="connsiteY5" fmla="*/ 1615462 h 220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330" h="2200369">
                <a:moveTo>
                  <a:pt x="1442050" y="1615462"/>
                </a:moveTo>
                <a:cubicBezTo>
                  <a:pt x="1063812" y="1991432"/>
                  <a:pt x="551738" y="2199097"/>
                  <a:pt x="-36" y="2200296"/>
                </a:cubicBezTo>
                <a:lnTo>
                  <a:pt x="-36" y="-73"/>
                </a:lnTo>
                <a:lnTo>
                  <a:pt x="2025646" y="-73"/>
                </a:lnTo>
                <a:cubicBezTo>
                  <a:pt x="2029456" y="52419"/>
                  <a:pt x="2031295" y="109026"/>
                  <a:pt x="2031295" y="172500"/>
                </a:cubicBezTo>
                <a:cubicBezTo>
                  <a:pt x="2031352" y="725150"/>
                  <a:pt x="1822011" y="1237671"/>
                  <a:pt x="1442050" y="161546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nb-NO" dirty="0"/>
              <a:t> 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522678"/>
            <a:ext cx="4932362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2964" y="5403520"/>
            <a:ext cx="4919186" cy="79725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27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6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162" y="2097088"/>
            <a:ext cx="6300788" cy="1655761"/>
          </a:xfrm>
        </p:spPr>
        <p:txBody>
          <a:bodyPr anchor="b"/>
          <a:lstStyle>
            <a:lvl1pPr>
              <a:defRPr cap="all" baseline="0"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768927" y="5069545"/>
            <a:ext cx="407476" cy="1638320"/>
            <a:chOff x="11870514" y="244569"/>
            <a:chExt cx="151518" cy="609202"/>
          </a:xfrm>
          <a:solidFill>
            <a:schemeClr val="bg2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10624944" y="4676005"/>
            <a:ext cx="385955" cy="77193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11181162" y="5784447"/>
            <a:ext cx="562482" cy="557322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8205282" y="6199422"/>
            <a:ext cx="562481" cy="284695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6161" y="4522678"/>
            <a:ext cx="6300789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25393" y="5403520"/>
            <a:ext cx="6283957" cy="79725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363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" userDrawn="1">
          <p15:clr>
            <a:srgbClr val="FBAE40"/>
          </p15:clr>
        </p15:guide>
        <p15:guide id="2" pos="5428" userDrawn="1">
          <p15:clr>
            <a:srgbClr val="FBAE40"/>
          </p15:clr>
        </p15:guide>
        <p15:guide id="3" orient="horz" pos="2364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10514012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2477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o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4932362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9851" y="2097088"/>
            <a:ext cx="4933950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2993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3636" userDrawn="1">
          <p15:clr>
            <a:srgbClr val="FBAE40"/>
          </p15:clr>
        </p15:guide>
        <p15:guide id="3" pos="4044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re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3060700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291513" y="2097088"/>
            <a:ext cx="3062287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768B532-41DC-4774-AEC1-0AB166390D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48187" y="2098677"/>
            <a:ext cx="3095625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0138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2457" userDrawn="1">
          <p15:clr>
            <a:srgbClr val="FBAE40"/>
          </p15:clr>
        </p15:guide>
        <p15:guide id="3" pos="5223" userDrawn="1">
          <p15:clr>
            <a:srgbClr val="FBAE40"/>
          </p15:clr>
        </p15:guide>
        <p15:guide id="4" pos="2865" userDrawn="1">
          <p15:clr>
            <a:srgbClr val="FBAE40"/>
          </p15:clr>
        </p15:guide>
        <p15:guide id="5" pos="4815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012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ekst alterna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829F-C6B1-4E47-BE73-78ADAC85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012193"/>
            <a:ext cx="10512425" cy="992117"/>
          </a:xfrm>
        </p:spPr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6F8E5-4F25-4B20-9C00-5D1EE30C2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004310"/>
            <a:ext cx="10512425" cy="2196465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73620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hel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1793A7B-AE56-C74D-83CD-6C0067FBC0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4E7DB-23CD-4B89-B557-9FC8FFE2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16817"/>
            <a:ext cx="10512425" cy="1183958"/>
          </a:xfrm>
        </p:spPr>
        <p:txBody>
          <a:bodyPr anchor="b"/>
          <a:lstStyle/>
          <a:p>
            <a:r>
              <a:rPr lang="nb-NO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38856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esentasj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D25A7A-261A-0B43-A8E9-F01017A8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4082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39" name="Picture Placeholder 8">
            <a:extLst>
              <a:ext uri="{FF2B5EF4-FFF2-40B4-BE49-F238E27FC236}">
                <a16:creationId xmlns:a16="http://schemas.microsoft.com/office/drawing/2014/main" id="{9166DD9E-55E8-7C4D-A3FB-F01421C541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70275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869A3281-93B9-D044-95C7-95EE88207E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6468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04C4C85B-DBC6-1C48-8254-CC69EED702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2661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E176FB11-84E3-7D49-9208-B88D1A3862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8854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51E255ED-408C-D643-901C-F53FAC7054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95047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3" name="Text Placeholder 43">
            <a:extLst>
              <a:ext uri="{FF2B5EF4-FFF2-40B4-BE49-F238E27FC236}">
                <a16:creationId xmlns:a16="http://schemas.microsoft.com/office/drawing/2014/main" id="{35CFAD26-538C-DC40-8739-EEB6E08278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4082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511DB-D674-420C-B7DB-FCE430DD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78EE076-7091-4FDF-9F9F-12213C717D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16" name="Text Placeholder 43">
            <a:extLst>
              <a:ext uri="{FF2B5EF4-FFF2-40B4-BE49-F238E27FC236}">
                <a16:creationId xmlns:a16="http://schemas.microsoft.com/office/drawing/2014/main" id="{5B6A213F-AF74-4411-8EC9-FBC6D18337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4489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7" name="Text Placeholder 43">
            <a:extLst>
              <a:ext uri="{FF2B5EF4-FFF2-40B4-BE49-F238E27FC236}">
                <a16:creationId xmlns:a16="http://schemas.microsoft.com/office/drawing/2014/main" id="{AD9DFCE4-B57B-41AC-85B4-D7B137AA22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0275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18" name="Text Placeholder 43">
            <a:extLst>
              <a:ext uri="{FF2B5EF4-FFF2-40B4-BE49-F238E27FC236}">
                <a16:creationId xmlns:a16="http://schemas.microsoft.com/office/drawing/2014/main" id="{77751DDC-CE5B-46CC-99BB-D2098F0C40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70682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9" name="Text Placeholder 43">
            <a:extLst>
              <a:ext uri="{FF2B5EF4-FFF2-40B4-BE49-F238E27FC236}">
                <a16:creationId xmlns:a16="http://schemas.microsoft.com/office/drawing/2014/main" id="{854A9599-0E03-4F99-A393-2B726FC1CF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6468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0" name="Text Placeholder 43">
            <a:extLst>
              <a:ext uri="{FF2B5EF4-FFF2-40B4-BE49-F238E27FC236}">
                <a16:creationId xmlns:a16="http://schemas.microsoft.com/office/drawing/2014/main" id="{8A717B5A-B8B7-4B69-B200-CC98D5A8CE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6875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1" name="Text Placeholder 43">
            <a:extLst>
              <a:ext uri="{FF2B5EF4-FFF2-40B4-BE49-F238E27FC236}">
                <a16:creationId xmlns:a16="http://schemas.microsoft.com/office/drawing/2014/main" id="{275E3578-3468-479F-967C-8596161142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82661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D7680D0C-9FF8-4EA2-A750-FD4B1E08B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068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9" name="Text Placeholder 43">
            <a:extLst>
              <a:ext uri="{FF2B5EF4-FFF2-40B4-BE49-F238E27FC236}">
                <a16:creationId xmlns:a16="http://schemas.microsoft.com/office/drawing/2014/main" id="{2174DF87-DD9C-4F26-9739-C96B8CA14E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88854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0" name="Text Placeholder 43">
            <a:extLst>
              <a:ext uri="{FF2B5EF4-FFF2-40B4-BE49-F238E27FC236}">
                <a16:creationId xmlns:a16="http://schemas.microsoft.com/office/drawing/2014/main" id="{6C5C1C35-FF3B-4752-9875-71C26C964E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9261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31" name="Text Placeholder 43">
            <a:extLst>
              <a:ext uri="{FF2B5EF4-FFF2-40B4-BE49-F238E27FC236}">
                <a16:creationId xmlns:a16="http://schemas.microsoft.com/office/drawing/2014/main" id="{A518452F-E319-4DBC-B581-65606C70A8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95047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A4039489-543D-4674-867A-98A71D5E04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95454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</p:spTree>
    <p:extLst>
      <p:ext uri="{BB962C8B-B14F-4D97-AF65-F5344CB8AC3E}">
        <p14:creationId xmlns:p14="http://schemas.microsoft.com/office/powerpoint/2010/main" val="400608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E7617F-1713-6E46-B84A-8052BACCF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788" y="728663"/>
            <a:ext cx="6958012" cy="39592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8083-FE02-453F-821F-FBDFB3E2432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8" y="5083175"/>
            <a:ext cx="10512425" cy="1117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400933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BDFA3C1-F872-0847-9544-A55FC81CE3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47144-F823-49DE-9E9C-B4AF1D0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6475" y="2097088"/>
            <a:ext cx="3995737" cy="1027112"/>
          </a:xfrm>
        </p:spPr>
        <p:txBody>
          <a:bodyPr/>
          <a:lstStyle>
            <a:lvl1pPr>
              <a:defRPr sz="240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E14F4-85CE-49B2-9FE4-DB9D47B886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56475" y="3124200"/>
            <a:ext cx="3995737" cy="307657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3342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634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helside og tekst i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DDC61C69-7FAC-EB45-A815-46BB221411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en-NO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06C54D-ABD6-4B86-9BD8-3EF0CB9405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457575"/>
            <a:ext cx="4583112" cy="27432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89121-44BA-433B-83C4-D11B94CA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073" y="3838188"/>
            <a:ext cx="3884612" cy="901451"/>
          </a:xfrm>
        </p:spPr>
        <p:txBody>
          <a:bodyPr/>
          <a:lstStyle>
            <a:lvl1pPr>
              <a:defRPr sz="240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D75F25-8BE2-4558-8378-251C0277BC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89074" y="4865300"/>
            <a:ext cx="3884612" cy="102711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88542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9027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AC0D0B-6F84-4D31-A25F-04E1D9B501A5}"/>
              </a:ext>
            </a:extLst>
          </p:cNvPr>
          <p:cNvGrpSpPr/>
          <p:nvPr userDrawn="1"/>
        </p:nvGrpSpPr>
        <p:grpSpPr>
          <a:xfrm>
            <a:off x="660300" y="2885033"/>
            <a:ext cx="3312004" cy="3338170"/>
            <a:chOff x="660300" y="2885033"/>
            <a:chExt cx="3312004" cy="333817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FFD3805-A73E-48C5-8D29-6B8002E43B18}"/>
                </a:ext>
              </a:extLst>
            </p:cNvPr>
            <p:cNvSpPr/>
            <p:nvPr/>
          </p:nvSpPr>
          <p:spPr>
            <a:xfrm>
              <a:off x="1395615" y="3633814"/>
              <a:ext cx="2576689" cy="2589389"/>
            </a:xfrm>
            <a:custGeom>
              <a:avLst/>
              <a:gdLst>
                <a:gd name="connsiteX0" fmla="*/ 2576690 w 2576689"/>
                <a:gd name="connsiteY0" fmla="*/ 2589389 h 2589389"/>
                <a:gd name="connsiteX1" fmla="*/ 0 w 2576689"/>
                <a:gd name="connsiteY1" fmla="*/ 2589389 h 2589389"/>
                <a:gd name="connsiteX2" fmla="*/ 0 w 2576689"/>
                <a:gd name="connsiteY2" fmla="*/ 0 h 2589389"/>
                <a:gd name="connsiteX3" fmla="*/ 11599 w 2576689"/>
                <a:gd name="connsiteY3" fmla="*/ 874 h 2589389"/>
                <a:gd name="connsiteX4" fmla="*/ 990588 w 2576689"/>
                <a:gd name="connsiteY4" fmla="*/ 766757 h 2589389"/>
                <a:gd name="connsiteX5" fmla="*/ 2290581 w 2576689"/>
                <a:gd name="connsiteY5" fmla="*/ 2273846 h 2589389"/>
                <a:gd name="connsiteX6" fmla="*/ 2568112 w 2576689"/>
                <a:gd name="connsiteY6" fmla="*/ 2573475 h 2589389"/>
                <a:gd name="connsiteX7" fmla="*/ 21579 w 2576689"/>
                <a:gd name="connsiteY7" fmla="*/ 2567810 h 2589389"/>
                <a:gd name="connsiteX8" fmla="*/ 2540286 w 2576689"/>
                <a:gd name="connsiteY8" fmla="*/ 2567810 h 2589389"/>
                <a:gd name="connsiteX9" fmla="*/ 2278539 w 2576689"/>
                <a:gd name="connsiteY9" fmla="*/ 2291757 h 2589389"/>
                <a:gd name="connsiteX10" fmla="*/ 970832 w 2576689"/>
                <a:gd name="connsiteY10" fmla="*/ 775431 h 2589389"/>
                <a:gd name="connsiteX11" fmla="*/ 21579 w 2576689"/>
                <a:gd name="connsiteY11" fmla="*/ 23273 h 2589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76689" h="2589389">
                  <a:moveTo>
                    <a:pt x="2576690" y="2589389"/>
                  </a:moveTo>
                  <a:lnTo>
                    <a:pt x="0" y="2589389"/>
                  </a:lnTo>
                  <a:lnTo>
                    <a:pt x="0" y="0"/>
                  </a:lnTo>
                  <a:lnTo>
                    <a:pt x="11599" y="874"/>
                  </a:lnTo>
                  <a:cubicBezTo>
                    <a:pt x="516339" y="38983"/>
                    <a:pt x="754230" y="225083"/>
                    <a:pt x="990588" y="766757"/>
                  </a:cubicBezTo>
                  <a:cubicBezTo>
                    <a:pt x="1276956" y="1416219"/>
                    <a:pt x="1653591" y="1852801"/>
                    <a:pt x="2290581" y="2273846"/>
                  </a:cubicBezTo>
                  <a:cubicBezTo>
                    <a:pt x="2412450" y="2357045"/>
                    <a:pt x="2505780" y="2457831"/>
                    <a:pt x="2568112" y="2573475"/>
                  </a:cubicBezTo>
                  <a:close/>
                  <a:moveTo>
                    <a:pt x="21579" y="2567810"/>
                  </a:moveTo>
                  <a:lnTo>
                    <a:pt x="2540286" y="2567810"/>
                  </a:lnTo>
                  <a:cubicBezTo>
                    <a:pt x="2479745" y="2461866"/>
                    <a:pt x="2391776" y="2369065"/>
                    <a:pt x="2278539" y="2291757"/>
                  </a:cubicBezTo>
                  <a:cubicBezTo>
                    <a:pt x="1637935" y="1868327"/>
                    <a:pt x="1259024" y="1428994"/>
                    <a:pt x="970832" y="775431"/>
                  </a:cubicBezTo>
                  <a:cubicBezTo>
                    <a:pt x="740214" y="246921"/>
                    <a:pt x="508538" y="62655"/>
                    <a:pt x="21579" y="23273"/>
                  </a:cubicBezTo>
                  <a:close/>
                </a:path>
              </a:pathLst>
            </a:custGeom>
            <a:solidFill>
              <a:schemeClr val="tx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B77F8E-5EE5-4409-A445-67FC53D39443}"/>
                </a:ext>
              </a:extLst>
            </p:cNvPr>
            <p:cNvSpPr/>
            <p:nvPr/>
          </p:nvSpPr>
          <p:spPr>
            <a:xfrm>
              <a:off x="1901726" y="5383573"/>
              <a:ext cx="727687" cy="626318"/>
            </a:xfrm>
            <a:custGeom>
              <a:avLst/>
              <a:gdLst>
                <a:gd name="connsiteX0" fmla="*/ 363860 w 727687"/>
                <a:gd name="connsiteY0" fmla="*/ 0 h 626318"/>
                <a:gd name="connsiteX1" fmla="*/ 727687 w 727687"/>
                <a:gd name="connsiteY1" fmla="*/ 626318 h 626318"/>
                <a:gd name="connsiteX2" fmla="*/ 0 w 727687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687" h="626318">
                  <a:moveTo>
                    <a:pt x="363860" y="0"/>
                  </a:moveTo>
                  <a:lnTo>
                    <a:pt x="727687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29F0D6-100E-48B8-8537-F06E249EB5EE}"/>
                </a:ext>
              </a:extLst>
            </p:cNvPr>
            <p:cNvSpPr/>
            <p:nvPr/>
          </p:nvSpPr>
          <p:spPr>
            <a:xfrm>
              <a:off x="2408149" y="5383573"/>
              <a:ext cx="727730" cy="626318"/>
            </a:xfrm>
            <a:custGeom>
              <a:avLst/>
              <a:gdLst>
                <a:gd name="connsiteX0" fmla="*/ 363860 w 727730"/>
                <a:gd name="connsiteY0" fmla="*/ 0 h 626318"/>
                <a:gd name="connsiteX1" fmla="*/ 727730 w 727730"/>
                <a:gd name="connsiteY1" fmla="*/ 626318 h 626318"/>
                <a:gd name="connsiteX2" fmla="*/ 0 w 727730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730" h="626318">
                  <a:moveTo>
                    <a:pt x="363860" y="0"/>
                  </a:moveTo>
                  <a:lnTo>
                    <a:pt x="727730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F8AA0-24FF-46DD-861B-53C5A07732F4}"/>
                </a:ext>
              </a:extLst>
            </p:cNvPr>
            <p:cNvSpPr/>
            <p:nvPr/>
          </p:nvSpPr>
          <p:spPr>
            <a:xfrm>
              <a:off x="965548" y="2885033"/>
              <a:ext cx="882294" cy="1860137"/>
            </a:xfrm>
            <a:custGeom>
              <a:avLst/>
              <a:gdLst>
                <a:gd name="connsiteX0" fmla="*/ 882294 w 882294"/>
                <a:gd name="connsiteY0" fmla="*/ 0 h 1860137"/>
                <a:gd name="connsiteX1" fmla="*/ 882294 w 882294"/>
                <a:gd name="connsiteY1" fmla="*/ 0 h 1860137"/>
                <a:gd name="connsiteX2" fmla="*/ 1318 w 882294"/>
                <a:gd name="connsiteY2" fmla="*/ 979162 h 1860137"/>
                <a:gd name="connsiteX3" fmla="*/ 882294 w 882294"/>
                <a:gd name="connsiteY3" fmla="*/ 1860138 h 1860137"/>
                <a:gd name="connsiteX4" fmla="*/ 882294 w 882294"/>
                <a:gd name="connsiteY4" fmla="*/ 0 h 1860137"/>
                <a:gd name="connsiteX5" fmla="*/ 882294 w 882294"/>
                <a:gd name="connsiteY5" fmla="*/ 0 h 1860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2294" h="1860137">
                  <a:moveTo>
                    <a:pt x="882294" y="0"/>
                  </a:moveTo>
                  <a:lnTo>
                    <a:pt x="882294" y="0"/>
                  </a:lnTo>
                  <a:cubicBezTo>
                    <a:pt x="368632" y="27113"/>
                    <a:pt x="-25795" y="465499"/>
                    <a:pt x="1318" y="979162"/>
                  </a:cubicBezTo>
                  <a:cubicBezTo>
                    <a:pt x="26431" y="1454922"/>
                    <a:pt x="406534" y="1835025"/>
                    <a:pt x="882294" y="1860138"/>
                  </a:cubicBezTo>
                  <a:lnTo>
                    <a:pt x="882294" y="0"/>
                  </a:lnTo>
                  <a:lnTo>
                    <a:pt x="882294" y="0"/>
                  </a:lnTo>
                  <a:close/>
                </a:path>
              </a:pathLst>
            </a:custGeom>
            <a:solidFill>
              <a:schemeClr val="accent3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C69646-F568-4729-972C-0E5394F25F80}"/>
                </a:ext>
              </a:extLst>
            </p:cNvPr>
            <p:cNvSpPr/>
            <p:nvPr/>
          </p:nvSpPr>
          <p:spPr>
            <a:xfrm>
              <a:off x="660300" y="4764635"/>
              <a:ext cx="1187542" cy="1247501"/>
            </a:xfrm>
            <a:custGeom>
              <a:avLst/>
              <a:gdLst>
                <a:gd name="connsiteX0" fmla="*/ 1187543 w 1187542"/>
                <a:gd name="connsiteY0" fmla="*/ 1247501 h 1247501"/>
                <a:gd name="connsiteX1" fmla="*/ 1187543 w 1187542"/>
                <a:gd name="connsiteY1" fmla="*/ 1247501 h 1247501"/>
                <a:gd name="connsiteX2" fmla="*/ 1187543 w 1187542"/>
                <a:gd name="connsiteY2" fmla="*/ 0 h 1247501"/>
                <a:gd name="connsiteX3" fmla="*/ 0 w 1187542"/>
                <a:gd name="connsiteY3" fmla="*/ 0 h 1247501"/>
                <a:gd name="connsiteX4" fmla="*/ 0 w 1187542"/>
                <a:gd name="connsiteY4" fmla="*/ 637 h 1247501"/>
                <a:gd name="connsiteX5" fmla="*/ 946469 w 1187542"/>
                <a:gd name="connsiteY5" fmla="*/ 1210935 h 1247501"/>
                <a:gd name="connsiteX6" fmla="*/ 1187542 w 1187542"/>
                <a:gd name="connsiteY6" fmla="*/ 1247501 h 124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7542" h="1247501">
                  <a:moveTo>
                    <a:pt x="1187543" y="1247501"/>
                  </a:moveTo>
                  <a:lnTo>
                    <a:pt x="1187543" y="1247501"/>
                  </a:lnTo>
                  <a:lnTo>
                    <a:pt x="1187543" y="0"/>
                  </a:lnTo>
                  <a:lnTo>
                    <a:pt x="0" y="0"/>
                  </a:lnTo>
                  <a:lnTo>
                    <a:pt x="0" y="637"/>
                  </a:lnTo>
                  <a:cubicBezTo>
                    <a:pt x="2143" y="572850"/>
                    <a:pt x="391645" y="1070926"/>
                    <a:pt x="946469" y="1210935"/>
                  </a:cubicBezTo>
                  <a:cubicBezTo>
                    <a:pt x="1025466" y="1230837"/>
                    <a:pt x="1106197" y="1243083"/>
                    <a:pt x="1187542" y="1247501"/>
                  </a:cubicBezTo>
                  <a:close/>
                </a:path>
              </a:pathLst>
            </a:custGeom>
            <a:solidFill>
              <a:schemeClr val="bg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928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2A921C-B8BF-4561-8982-2D1A032AA17E}"/>
              </a:ext>
            </a:extLst>
          </p:cNvPr>
          <p:cNvGrpSpPr/>
          <p:nvPr userDrawn="1"/>
        </p:nvGrpSpPr>
        <p:grpSpPr>
          <a:xfrm>
            <a:off x="8730248" y="4495606"/>
            <a:ext cx="2972304" cy="1825959"/>
            <a:chOff x="8730248" y="4495606"/>
            <a:chExt cx="2972304" cy="182595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FB70C33-473A-4FBA-B104-7347AC4ECF1D}"/>
                </a:ext>
              </a:extLst>
            </p:cNvPr>
            <p:cNvSpPr/>
            <p:nvPr/>
          </p:nvSpPr>
          <p:spPr>
            <a:xfrm>
              <a:off x="10524563" y="4846082"/>
              <a:ext cx="874726" cy="1475483"/>
            </a:xfrm>
            <a:custGeom>
              <a:avLst/>
              <a:gdLst>
                <a:gd name="connsiteX0" fmla="*/ 0 w 874726"/>
                <a:gd name="connsiteY0" fmla="*/ 0 h 1475483"/>
                <a:gd name="connsiteX1" fmla="*/ 874726 w 874726"/>
                <a:gd name="connsiteY1" fmla="*/ 0 h 1475483"/>
                <a:gd name="connsiteX2" fmla="*/ 874726 w 874726"/>
                <a:gd name="connsiteY2" fmla="*/ 1475484 h 1475483"/>
                <a:gd name="connsiteX3" fmla="*/ 0 w 874726"/>
                <a:gd name="connsiteY3" fmla="*/ 1475484 h 147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726" h="1475483">
                  <a:moveTo>
                    <a:pt x="0" y="0"/>
                  </a:moveTo>
                  <a:lnTo>
                    <a:pt x="874726" y="0"/>
                  </a:lnTo>
                  <a:lnTo>
                    <a:pt x="874726" y="1475484"/>
                  </a:lnTo>
                  <a:lnTo>
                    <a:pt x="0" y="1475484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AAF6BB-5C96-42D5-BC42-4B3E5BF03DFE}"/>
                </a:ext>
              </a:extLst>
            </p:cNvPr>
            <p:cNvSpPr/>
            <p:nvPr/>
          </p:nvSpPr>
          <p:spPr>
            <a:xfrm>
              <a:off x="9172953" y="5935535"/>
              <a:ext cx="447227" cy="386030"/>
            </a:xfrm>
            <a:custGeom>
              <a:avLst/>
              <a:gdLst>
                <a:gd name="connsiteX0" fmla="*/ 223618 w 447227"/>
                <a:gd name="connsiteY0" fmla="*/ 0 h 386030"/>
                <a:gd name="connsiteX1" fmla="*/ 447227 w 447227"/>
                <a:gd name="connsiteY1" fmla="*/ 386031 h 386030"/>
                <a:gd name="connsiteX2" fmla="*/ 0 w 447227"/>
                <a:gd name="connsiteY2" fmla="*/ 386031 h 38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7227" h="386030">
                  <a:moveTo>
                    <a:pt x="223618" y="0"/>
                  </a:moveTo>
                  <a:lnTo>
                    <a:pt x="447227" y="386031"/>
                  </a:lnTo>
                  <a:lnTo>
                    <a:pt x="0" y="386031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88BC80-2B36-46F4-8583-16176C3379F7}"/>
                </a:ext>
              </a:extLst>
            </p:cNvPr>
            <p:cNvSpPr/>
            <p:nvPr/>
          </p:nvSpPr>
          <p:spPr>
            <a:xfrm>
              <a:off x="8730248" y="4846082"/>
              <a:ext cx="1337151" cy="998350"/>
            </a:xfrm>
            <a:custGeom>
              <a:avLst/>
              <a:gdLst>
                <a:gd name="connsiteX0" fmla="*/ 0 w 1337151"/>
                <a:gd name="connsiteY0" fmla="*/ 0 h 998350"/>
                <a:gd name="connsiteX1" fmla="*/ 1337152 w 1337151"/>
                <a:gd name="connsiteY1" fmla="*/ 0 h 998350"/>
                <a:gd name="connsiteX2" fmla="*/ 1337152 w 1337151"/>
                <a:gd name="connsiteY2" fmla="*/ 998350 h 998350"/>
                <a:gd name="connsiteX3" fmla="*/ 0 w 1337151"/>
                <a:gd name="connsiteY3" fmla="*/ 998350 h 99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7151" h="998350">
                  <a:moveTo>
                    <a:pt x="0" y="0"/>
                  </a:moveTo>
                  <a:lnTo>
                    <a:pt x="1337152" y="0"/>
                  </a:lnTo>
                  <a:lnTo>
                    <a:pt x="1337152" y="998350"/>
                  </a:lnTo>
                  <a:lnTo>
                    <a:pt x="0" y="998350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E2ED06-723E-4085-97AF-63CFA4097EF3}"/>
                </a:ext>
              </a:extLst>
            </p:cNvPr>
            <p:cNvSpPr/>
            <p:nvPr/>
          </p:nvSpPr>
          <p:spPr>
            <a:xfrm>
              <a:off x="9508963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553942-F495-40B9-9482-B2A1AB7C8D5F}"/>
                </a:ext>
              </a:extLst>
            </p:cNvPr>
            <p:cNvSpPr/>
            <p:nvPr/>
          </p:nvSpPr>
          <p:spPr>
            <a:xfrm>
              <a:off x="9915526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E56C9B-D98F-4C6A-8914-230A752FB809}"/>
                </a:ext>
              </a:extLst>
            </p:cNvPr>
            <p:cNvSpPr/>
            <p:nvPr/>
          </p:nvSpPr>
          <p:spPr>
            <a:xfrm>
              <a:off x="10367267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9BF9855-E9D6-4881-B7AB-23E8BB560929}"/>
                </a:ext>
              </a:extLst>
            </p:cNvPr>
            <p:cNvSpPr/>
            <p:nvPr userDrawn="1"/>
          </p:nvSpPr>
          <p:spPr>
            <a:xfrm>
              <a:off x="10810182" y="4495606"/>
              <a:ext cx="892370" cy="1493120"/>
            </a:xfrm>
            <a:custGeom>
              <a:avLst/>
              <a:gdLst>
                <a:gd name="connsiteX0" fmla="*/ 892371 w 892370"/>
                <a:gd name="connsiteY0" fmla="*/ 1493120 h 1493120"/>
                <a:gd name="connsiteX1" fmla="*/ 0 w 892370"/>
                <a:gd name="connsiteY1" fmla="*/ 1493120 h 1493120"/>
                <a:gd name="connsiteX2" fmla="*/ 0 w 892370"/>
                <a:gd name="connsiteY2" fmla="*/ 0 h 1493120"/>
                <a:gd name="connsiteX3" fmla="*/ 892371 w 892370"/>
                <a:gd name="connsiteY3" fmla="*/ 0 h 1493120"/>
                <a:gd name="connsiteX4" fmla="*/ 40229 w 892370"/>
                <a:gd name="connsiteY4" fmla="*/ 1452891 h 1493120"/>
                <a:gd name="connsiteX5" fmla="*/ 852142 w 892370"/>
                <a:gd name="connsiteY5" fmla="*/ 1452891 h 1493120"/>
                <a:gd name="connsiteX6" fmla="*/ 852142 w 892370"/>
                <a:gd name="connsiteY6" fmla="*/ 40229 h 1493120"/>
                <a:gd name="connsiteX7" fmla="*/ 40229 w 892370"/>
                <a:gd name="connsiteY7" fmla="*/ 40229 h 14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370" h="1493120">
                  <a:moveTo>
                    <a:pt x="892371" y="1493120"/>
                  </a:moveTo>
                  <a:lnTo>
                    <a:pt x="0" y="1493120"/>
                  </a:lnTo>
                  <a:lnTo>
                    <a:pt x="0" y="0"/>
                  </a:lnTo>
                  <a:lnTo>
                    <a:pt x="892371" y="0"/>
                  </a:lnTo>
                  <a:close/>
                  <a:moveTo>
                    <a:pt x="40229" y="1452891"/>
                  </a:moveTo>
                  <a:lnTo>
                    <a:pt x="852142" y="1452891"/>
                  </a:lnTo>
                  <a:lnTo>
                    <a:pt x="852142" y="40229"/>
                  </a:lnTo>
                  <a:lnTo>
                    <a:pt x="40229" y="40229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9256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91F02B-B53B-4219-A213-FA244B1B9DF2}"/>
              </a:ext>
            </a:extLst>
          </p:cNvPr>
          <p:cNvGrpSpPr/>
          <p:nvPr userDrawn="1"/>
        </p:nvGrpSpPr>
        <p:grpSpPr>
          <a:xfrm>
            <a:off x="-193141" y="4703130"/>
            <a:ext cx="3851014" cy="2239479"/>
            <a:chOff x="-193141" y="4703130"/>
            <a:chExt cx="3851014" cy="2239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DA9B97-14EE-4EFC-82F6-A0C048F043E8}"/>
                </a:ext>
              </a:extLst>
            </p:cNvPr>
            <p:cNvSpPr/>
            <p:nvPr/>
          </p:nvSpPr>
          <p:spPr>
            <a:xfrm>
              <a:off x="1076598" y="4703130"/>
              <a:ext cx="2581275" cy="2235450"/>
            </a:xfrm>
            <a:custGeom>
              <a:avLst/>
              <a:gdLst>
                <a:gd name="connsiteX0" fmla="*/ 2581275 w 2581275"/>
                <a:gd name="connsiteY0" fmla="*/ 2235451 h 2235450"/>
                <a:gd name="connsiteX1" fmla="*/ 0 w 2581275"/>
                <a:gd name="connsiteY1" fmla="*/ 2235451 h 2235450"/>
                <a:gd name="connsiteX2" fmla="*/ 1290638 w 2581275"/>
                <a:gd name="connsiteY2" fmla="*/ 0 h 2235450"/>
                <a:gd name="connsiteX3" fmla="*/ 16507 w 2581275"/>
                <a:gd name="connsiteY3" fmla="*/ 2225926 h 2235450"/>
                <a:gd name="connsiteX4" fmla="*/ 2564778 w 2581275"/>
                <a:gd name="connsiteY4" fmla="*/ 2225926 h 2235450"/>
                <a:gd name="connsiteX5" fmla="*/ 1290638 w 2581275"/>
                <a:gd name="connsiteY5" fmla="*/ 19050 h 223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1275" h="2235450">
                  <a:moveTo>
                    <a:pt x="2581275" y="2235451"/>
                  </a:moveTo>
                  <a:lnTo>
                    <a:pt x="0" y="2235451"/>
                  </a:lnTo>
                  <a:lnTo>
                    <a:pt x="1290638" y="0"/>
                  </a:lnTo>
                  <a:close/>
                  <a:moveTo>
                    <a:pt x="16507" y="2225926"/>
                  </a:moveTo>
                  <a:lnTo>
                    <a:pt x="2564778" y="2225926"/>
                  </a:lnTo>
                  <a:lnTo>
                    <a:pt x="1290638" y="1905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F77E99-435F-4373-904A-0B8840F0B5F4}"/>
                </a:ext>
              </a:extLst>
            </p:cNvPr>
            <p:cNvSpPr/>
            <p:nvPr/>
          </p:nvSpPr>
          <p:spPr>
            <a:xfrm>
              <a:off x="1577870" y="5551293"/>
              <a:ext cx="1378371" cy="1391136"/>
            </a:xfrm>
            <a:custGeom>
              <a:avLst/>
              <a:gdLst>
                <a:gd name="connsiteX0" fmla="*/ 0 w 1378371"/>
                <a:gd name="connsiteY0" fmla="*/ 0 h 1391136"/>
                <a:gd name="connsiteX1" fmla="*/ 521513 w 1378371"/>
                <a:gd name="connsiteY1" fmla="*/ 411318 h 1391136"/>
                <a:gd name="connsiteX2" fmla="*/ 1233230 w 1378371"/>
                <a:gd name="connsiteY2" fmla="*/ 1236583 h 1391136"/>
                <a:gd name="connsiteX3" fmla="*/ 1378372 w 1378371"/>
                <a:gd name="connsiteY3" fmla="*/ 1391136 h 1391136"/>
                <a:gd name="connsiteX4" fmla="*/ 0 w 1378371"/>
                <a:gd name="connsiteY4" fmla="*/ 1391136 h 139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8371" h="1391136">
                  <a:moveTo>
                    <a:pt x="0" y="0"/>
                  </a:moveTo>
                  <a:cubicBezTo>
                    <a:pt x="267995" y="21079"/>
                    <a:pt x="395078" y="121520"/>
                    <a:pt x="521513" y="411318"/>
                  </a:cubicBezTo>
                  <a:cubicBezTo>
                    <a:pt x="678380" y="766972"/>
                    <a:pt x="884501" y="1006126"/>
                    <a:pt x="1233230" y="1236583"/>
                  </a:cubicBezTo>
                  <a:cubicBezTo>
                    <a:pt x="1292984" y="1276098"/>
                    <a:pt x="1342684" y="1329021"/>
                    <a:pt x="1378372" y="1391136"/>
                  </a:cubicBezTo>
                  <a:lnTo>
                    <a:pt x="0" y="139113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4B90A55-43F2-44C4-8FA8-6B258D4852E8}"/>
                </a:ext>
              </a:extLst>
            </p:cNvPr>
            <p:cNvSpPr/>
            <p:nvPr/>
          </p:nvSpPr>
          <p:spPr>
            <a:xfrm>
              <a:off x="-193141" y="4721446"/>
              <a:ext cx="2564777" cy="2221163"/>
            </a:xfrm>
            <a:custGeom>
              <a:avLst/>
              <a:gdLst>
                <a:gd name="connsiteX0" fmla="*/ 1282389 w 2564777"/>
                <a:gd name="connsiteY0" fmla="*/ 2221163 h 2221163"/>
                <a:gd name="connsiteX1" fmla="*/ 0 w 2564777"/>
                <a:gd name="connsiteY1" fmla="*/ 2221163 h 2221163"/>
                <a:gd name="connsiteX2" fmla="*/ 641194 w 2564777"/>
                <a:gd name="connsiteY2" fmla="*/ 1110577 h 2221163"/>
                <a:gd name="connsiteX3" fmla="*/ 1282389 w 2564777"/>
                <a:gd name="connsiteY3" fmla="*/ 0 h 2221163"/>
                <a:gd name="connsiteX4" fmla="*/ 1923583 w 2564777"/>
                <a:gd name="connsiteY4" fmla="*/ 1110577 h 2221163"/>
                <a:gd name="connsiteX5" fmla="*/ 2564778 w 2564777"/>
                <a:gd name="connsiteY5" fmla="*/ 2221163 h 2221163"/>
                <a:gd name="connsiteX6" fmla="*/ 1282389 w 2564777"/>
                <a:gd name="connsiteY6" fmla="*/ 2221163 h 222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4777" h="2221163">
                  <a:moveTo>
                    <a:pt x="1282389" y="2221163"/>
                  </a:moveTo>
                  <a:lnTo>
                    <a:pt x="0" y="2221163"/>
                  </a:lnTo>
                  <a:lnTo>
                    <a:pt x="641194" y="1110577"/>
                  </a:lnTo>
                  <a:lnTo>
                    <a:pt x="1282389" y="0"/>
                  </a:lnTo>
                  <a:lnTo>
                    <a:pt x="1923583" y="1110577"/>
                  </a:lnTo>
                  <a:lnTo>
                    <a:pt x="2564778" y="2221163"/>
                  </a:lnTo>
                  <a:lnTo>
                    <a:pt x="1282389" y="222116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7126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678B2A-2F48-4D27-93CA-F25ECA71B716}"/>
              </a:ext>
            </a:extLst>
          </p:cNvPr>
          <p:cNvGrpSpPr/>
          <p:nvPr userDrawn="1"/>
        </p:nvGrpSpPr>
        <p:grpSpPr>
          <a:xfrm>
            <a:off x="553506" y="4275628"/>
            <a:ext cx="3020870" cy="2292828"/>
            <a:chOff x="553506" y="4275628"/>
            <a:chExt cx="3020870" cy="229282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CD9FC8-2928-4A44-8CD6-48ACDB02C858}"/>
                </a:ext>
              </a:extLst>
            </p:cNvPr>
            <p:cNvSpPr/>
            <p:nvPr userDrawn="1"/>
          </p:nvSpPr>
          <p:spPr>
            <a:xfrm>
              <a:off x="2731107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6A6FA39-8755-4AD9-9AC7-36CB646BBCDB}"/>
                </a:ext>
              </a:extLst>
            </p:cNvPr>
            <p:cNvSpPr/>
            <p:nvPr userDrawn="1"/>
          </p:nvSpPr>
          <p:spPr>
            <a:xfrm>
              <a:off x="2144286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EE18E7-8CC1-45D9-9E6D-94675A6D04AC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8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8"/>
                  </a:moveTo>
                  <a:lnTo>
                    <a:pt x="1596046" y="1750763"/>
                  </a:lnTo>
                  <a:cubicBezTo>
                    <a:pt x="1583472" y="1623166"/>
                    <a:pt x="1519749" y="1509891"/>
                    <a:pt x="1391405" y="1424617"/>
                  </a:cubicBezTo>
                  <a:cubicBezTo>
                    <a:pt x="303983" y="701128"/>
                    <a:pt x="822156" y="30813"/>
                    <a:pt x="0" y="0"/>
                  </a:cubicBezTo>
                  <a:close/>
                </a:path>
              </a:pathLst>
            </a:custGeom>
            <a:solidFill>
              <a:srgbClr val="1D43C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C3C6A5D-2EAC-4E0C-851F-F5AFA7FFE4B4}"/>
                </a:ext>
              </a:extLst>
            </p:cNvPr>
            <p:cNvSpPr/>
            <p:nvPr userDrawn="1"/>
          </p:nvSpPr>
          <p:spPr>
            <a:xfrm>
              <a:off x="2261358" y="5121669"/>
              <a:ext cx="1142748" cy="569248"/>
            </a:xfrm>
            <a:custGeom>
              <a:avLst/>
              <a:gdLst>
                <a:gd name="connsiteX0" fmla="*/ 8 w 1142748"/>
                <a:gd name="connsiteY0" fmla="*/ 0 h 569248"/>
                <a:gd name="connsiteX1" fmla="*/ 1142749 w 1142748"/>
                <a:gd name="connsiteY1" fmla="*/ 0 h 569248"/>
                <a:gd name="connsiteX2" fmla="*/ 569244 w 1142748"/>
                <a:gd name="connsiteY2" fmla="*/ 569244 h 569248"/>
                <a:gd name="connsiteX3" fmla="*/ 0 w 1142748"/>
                <a:gd name="connsiteY3" fmla="*/ 0 h 5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2748" h="569248">
                  <a:moveTo>
                    <a:pt x="8" y="0"/>
                  </a:moveTo>
                  <a:lnTo>
                    <a:pt x="1142749" y="0"/>
                  </a:lnTo>
                  <a:cubicBezTo>
                    <a:pt x="1141572" y="315561"/>
                    <a:pt x="884806" y="570420"/>
                    <a:pt x="569244" y="569244"/>
                  </a:cubicBezTo>
                  <a:cubicBezTo>
                    <a:pt x="255345" y="568074"/>
                    <a:pt x="1170" y="3138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04C87B-AF0D-4CA8-9EF0-3E415581B6D5}"/>
                </a:ext>
              </a:extLst>
            </p:cNvPr>
            <p:cNvSpPr/>
            <p:nvPr userDrawn="1"/>
          </p:nvSpPr>
          <p:spPr>
            <a:xfrm>
              <a:off x="2258379" y="5118722"/>
              <a:ext cx="1148706" cy="577296"/>
            </a:xfrm>
            <a:custGeom>
              <a:avLst/>
              <a:gdLst>
                <a:gd name="connsiteX0" fmla="*/ 574365 w 1148706"/>
                <a:gd name="connsiteY0" fmla="*/ 577296 h 577296"/>
                <a:gd name="connsiteX1" fmla="*/ 0 w 1148706"/>
                <a:gd name="connsiteY1" fmla="*/ 2979 h 577296"/>
                <a:gd name="connsiteX2" fmla="*/ 2947 w 1148706"/>
                <a:gd name="connsiteY2" fmla="*/ 2979 h 577296"/>
                <a:gd name="connsiteX3" fmla="*/ 2947 w 1148706"/>
                <a:gd name="connsiteY3" fmla="*/ 0 h 577296"/>
                <a:gd name="connsiteX4" fmla="*/ 1148706 w 1148706"/>
                <a:gd name="connsiteY4" fmla="*/ 0 h 577296"/>
                <a:gd name="connsiteX5" fmla="*/ 1148706 w 1148706"/>
                <a:gd name="connsiteY5" fmla="*/ 2979 h 577296"/>
                <a:gd name="connsiteX6" fmla="*/ 574365 w 1148706"/>
                <a:gd name="connsiteY6" fmla="*/ 577296 h 577296"/>
                <a:gd name="connsiteX7" fmla="*/ 5965 w 1148706"/>
                <a:gd name="connsiteY7" fmla="*/ 5966 h 577296"/>
                <a:gd name="connsiteX8" fmla="*/ 576478 w 1148706"/>
                <a:gd name="connsiteY8" fmla="*/ 572228 h 577296"/>
                <a:gd name="connsiteX9" fmla="*/ 1142741 w 1148706"/>
                <a:gd name="connsiteY9" fmla="*/ 5966 h 5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8706" h="577296">
                  <a:moveTo>
                    <a:pt x="574365" y="577296"/>
                  </a:moveTo>
                  <a:cubicBezTo>
                    <a:pt x="257318" y="576942"/>
                    <a:pt x="381" y="320026"/>
                    <a:pt x="0" y="2979"/>
                  </a:cubicBezTo>
                  <a:lnTo>
                    <a:pt x="2947" y="2979"/>
                  </a:lnTo>
                  <a:lnTo>
                    <a:pt x="2947" y="0"/>
                  </a:lnTo>
                  <a:lnTo>
                    <a:pt x="1148706" y="0"/>
                  </a:lnTo>
                  <a:lnTo>
                    <a:pt x="1148706" y="2979"/>
                  </a:lnTo>
                  <a:cubicBezTo>
                    <a:pt x="1148330" y="320019"/>
                    <a:pt x="891405" y="576933"/>
                    <a:pt x="574365" y="577296"/>
                  </a:cubicBezTo>
                  <a:close/>
                  <a:moveTo>
                    <a:pt x="5965" y="5966"/>
                  </a:moveTo>
                  <a:cubicBezTo>
                    <a:pt x="7139" y="319878"/>
                    <a:pt x="262566" y="573402"/>
                    <a:pt x="576478" y="572228"/>
                  </a:cubicBezTo>
                  <a:cubicBezTo>
                    <a:pt x="888732" y="571061"/>
                    <a:pt x="1141573" y="318219"/>
                    <a:pt x="1142741" y="5966"/>
                  </a:cubicBezTo>
                  <a:close/>
                </a:path>
              </a:pathLst>
            </a:custGeom>
            <a:solidFill>
              <a:srgbClr val="FBAC6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905877-2A9A-461C-9C7A-17DBCB0BB485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0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0"/>
                  </a:moveTo>
                  <a:lnTo>
                    <a:pt x="1596046" y="1750763"/>
                  </a:lnTo>
                  <a:cubicBezTo>
                    <a:pt x="1583472" y="1623166"/>
                    <a:pt x="1519749" y="1509883"/>
                    <a:pt x="1391405" y="1424617"/>
                  </a:cubicBezTo>
                  <a:cubicBezTo>
                    <a:pt x="303983" y="701120"/>
                    <a:pt x="822156" y="3081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2085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83404B-9696-4894-8EBB-5A5ADB66B4C6}"/>
              </a:ext>
            </a:extLst>
          </p:cNvPr>
          <p:cNvGrpSpPr/>
          <p:nvPr userDrawn="1"/>
        </p:nvGrpSpPr>
        <p:grpSpPr>
          <a:xfrm>
            <a:off x="1002014" y="668472"/>
            <a:ext cx="2173294" cy="2346804"/>
            <a:chOff x="1002014" y="668472"/>
            <a:chExt cx="2173294" cy="234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5853E15-4F9F-40AD-AC61-5A3023E3CE69}"/>
                </a:ext>
              </a:extLst>
            </p:cNvPr>
            <p:cNvSpPr/>
            <p:nvPr userDrawn="1"/>
          </p:nvSpPr>
          <p:spPr>
            <a:xfrm>
              <a:off x="1769489" y="953964"/>
              <a:ext cx="393799" cy="393799"/>
            </a:xfrm>
            <a:custGeom>
              <a:avLst/>
              <a:gdLst>
                <a:gd name="connsiteX0" fmla="*/ 393799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799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799" y="196900"/>
                  </a:moveTo>
                  <a:cubicBezTo>
                    <a:pt x="393799" y="305644"/>
                    <a:pt x="305644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4" y="0"/>
                    <a:pt x="393799" y="88155"/>
                    <a:pt x="393799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ACC864-1604-4E31-BB73-59849F948F41}"/>
                </a:ext>
              </a:extLst>
            </p:cNvPr>
            <p:cNvSpPr/>
            <p:nvPr userDrawn="1"/>
          </p:nvSpPr>
          <p:spPr>
            <a:xfrm>
              <a:off x="2781509" y="1734600"/>
              <a:ext cx="393799" cy="393799"/>
            </a:xfrm>
            <a:custGeom>
              <a:avLst/>
              <a:gdLst>
                <a:gd name="connsiteX0" fmla="*/ 393800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800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800" y="196900"/>
                  </a:moveTo>
                  <a:cubicBezTo>
                    <a:pt x="393800" y="305644"/>
                    <a:pt x="305645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5" y="0"/>
                    <a:pt x="393800" y="88155"/>
                    <a:pt x="393800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6D2472-5715-45F4-88D6-068E73038E62}"/>
                </a:ext>
              </a:extLst>
            </p:cNvPr>
            <p:cNvSpPr/>
            <p:nvPr userDrawn="1"/>
          </p:nvSpPr>
          <p:spPr>
            <a:xfrm>
              <a:off x="1845032" y="668472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2ED72A7-C4EB-4B09-B530-ACD057C2B22F}"/>
                </a:ext>
              </a:extLst>
            </p:cNvPr>
            <p:cNvSpPr/>
            <p:nvPr userDrawn="1"/>
          </p:nvSpPr>
          <p:spPr>
            <a:xfrm>
              <a:off x="2857052" y="1449107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95C42C-FD55-40FB-A002-AC953099CD99}"/>
                </a:ext>
              </a:extLst>
            </p:cNvPr>
            <p:cNvSpPr/>
            <p:nvPr userDrawn="1"/>
          </p:nvSpPr>
          <p:spPr>
            <a:xfrm>
              <a:off x="1002014" y="1086526"/>
              <a:ext cx="1928750" cy="1928750"/>
            </a:xfrm>
            <a:custGeom>
              <a:avLst/>
              <a:gdLst>
                <a:gd name="connsiteX0" fmla="*/ 1928750 w 1928750"/>
                <a:gd name="connsiteY0" fmla="*/ 964375 h 1928750"/>
                <a:gd name="connsiteX1" fmla="*/ 964375 w 1928750"/>
                <a:gd name="connsiteY1" fmla="*/ 1928751 h 1928750"/>
                <a:gd name="connsiteX2" fmla="*/ 0 w 1928750"/>
                <a:gd name="connsiteY2" fmla="*/ 964375 h 1928750"/>
                <a:gd name="connsiteX3" fmla="*/ 964375 w 1928750"/>
                <a:gd name="connsiteY3" fmla="*/ 0 h 1928750"/>
                <a:gd name="connsiteX4" fmla="*/ 1928750 w 1928750"/>
                <a:gd name="connsiteY4" fmla="*/ 964375 h 19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8750" h="1928750">
                  <a:moveTo>
                    <a:pt x="1928750" y="964375"/>
                  </a:moveTo>
                  <a:cubicBezTo>
                    <a:pt x="1928750" y="1496985"/>
                    <a:pt x="1496985" y="1928751"/>
                    <a:pt x="964375" y="1928751"/>
                  </a:cubicBezTo>
                  <a:cubicBezTo>
                    <a:pt x="431765" y="1928751"/>
                    <a:pt x="0" y="1496985"/>
                    <a:pt x="0" y="964375"/>
                  </a:cubicBezTo>
                  <a:cubicBezTo>
                    <a:pt x="0" y="431765"/>
                    <a:pt x="431765" y="0"/>
                    <a:pt x="964375" y="0"/>
                  </a:cubicBezTo>
                  <a:cubicBezTo>
                    <a:pt x="1496985" y="0"/>
                    <a:pt x="1928750" y="431765"/>
                    <a:pt x="1928750" y="964375"/>
                  </a:cubicBezTo>
                  <a:close/>
                </a:path>
              </a:pathLst>
            </a:custGeom>
            <a:solidFill>
              <a:schemeClr val="accent4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781C5F-5BA1-4BE6-8892-0AF3185F8E32}"/>
                </a:ext>
              </a:extLst>
            </p:cNvPr>
            <p:cNvSpPr/>
            <p:nvPr userDrawn="1"/>
          </p:nvSpPr>
          <p:spPr>
            <a:xfrm>
              <a:off x="1966408" y="1617868"/>
              <a:ext cx="392279" cy="412110"/>
            </a:xfrm>
            <a:custGeom>
              <a:avLst/>
              <a:gdLst>
                <a:gd name="connsiteX0" fmla="*/ 392279 w 392279"/>
                <a:gd name="connsiteY0" fmla="*/ 0 h 412110"/>
                <a:gd name="connsiteX1" fmla="*/ 392279 w 392279"/>
                <a:gd name="connsiteY1" fmla="*/ 0 h 412110"/>
                <a:gd name="connsiteX2" fmla="*/ 392279 w 392279"/>
                <a:gd name="connsiteY2" fmla="*/ 412110 h 412110"/>
                <a:gd name="connsiteX3" fmla="*/ 0 w 392279"/>
                <a:gd name="connsiteY3" fmla="*/ 412110 h 412110"/>
                <a:gd name="connsiteX4" fmla="*/ 0 w 392279"/>
                <a:gd name="connsiteY4" fmla="*/ 411902 h 412110"/>
                <a:gd name="connsiteX5" fmla="*/ 312638 w 392279"/>
                <a:gd name="connsiteY5" fmla="*/ 12062 h 412110"/>
                <a:gd name="connsiteX6" fmla="*/ 392279 w 392279"/>
                <a:gd name="connsiteY6" fmla="*/ 0 h 412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2279" h="412110">
                  <a:moveTo>
                    <a:pt x="392279" y="0"/>
                  </a:moveTo>
                  <a:lnTo>
                    <a:pt x="392279" y="0"/>
                  </a:lnTo>
                  <a:lnTo>
                    <a:pt x="392279" y="412110"/>
                  </a:lnTo>
                  <a:lnTo>
                    <a:pt x="0" y="412110"/>
                  </a:lnTo>
                  <a:lnTo>
                    <a:pt x="0" y="411902"/>
                  </a:lnTo>
                  <a:cubicBezTo>
                    <a:pt x="703" y="222876"/>
                    <a:pt x="129360" y="58333"/>
                    <a:pt x="312638" y="12062"/>
                  </a:cubicBezTo>
                  <a:cubicBezTo>
                    <a:pt x="338736" y="5495"/>
                    <a:pt x="365407" y="1456"/>
                    <a:pt x="392279" y="0"/>
                  </a:cubicBezTo>
                  <a:close/>
                </a:path>
              </a:pathLst>
            </a:custGeom>
            <a:solidFill>
              <a:schemeClr val="accent3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E3703D7-8338-4B96-913A-F1BA7ABBEAAB}"/>
                </a:ext>
              </a:extLst>
            </p:cNvPr>
            <p:cNvSpPr/>
            <p:nvPr userDrawn="1"/>
          </p:nvSpPr>
          <p:spPr>
            <a:xfrm>
              <a:off x="1405446" y="1518941"/>
              <a:ext cx="711866" cy="779154"/>
            </a:xfrm>
            <a:custGeom>
              <a:avLst/>
              <a:gdLst>
                <a:gd name="connsiteX0" fmla="*/ 711867 w 711866"/>
                <a:gd name="connsiteY0" fmla="*/ 779155 h 779154"/>
                <a:gd name="connsiteX1" fmla="*/ 705131 w 711866"/>
                <a:gd name="connsiteY1" fmla="*/ 778901 h 779154"/>
                <a:gd name="connsiteX2" fmla="*/ 437514 w 711866"/>
                <a:gd name="connsiteY2" fmla="*/ 574408 h 779154"/>
                <a:gd name="connsiteX3" fmla="*/ 93107 w 711866"/>
                <a:gd name="connsiteY3" fmla="*/ 154594 h 779154"/>
                <a:gd name="connsiteX4" fmla="*/ 708 w 711866"/>
                <a:gd name="connsiteY4" fmla="*/ 7145 h 779154"/>
                <a:gd name="connsiteX5" fmla="*/ 0 w 711866"/>
                <a:gd name="connsiteY5" fmla="*/ 0 h 779154"/>
                <a:gd name="connsiteX6" fmla="*/ 711867 w 711866"/>
                <a:gd name="connsiteY6" fmla="*/ 0 h 779154"/>
                <a:gd name="connsiteX7" fmla="*/ 14453 w 711866"/>
                <a:gd name="connsiteY7" fmla="*/ 12965 h 779154"/>
                <a:gd name="connsiteX8" fmla="*/ 100291 w 711866"/>
                <a:gd name="connsiteY8" fmla="*/ 143747 h 779154"/>
                <a:gd name="connsiteX9" fmla="*/ 449486 w 711866"/>
                <a:gd name="connsiteY9" fmla="*/ 569381 h 779154"/>
                <a:gd name="connsiteX10" fmla="*/ 698876 w 711866"/>
                <a:gd name="connsiteY10" fmla="*/ 765631 h 779154"/>
                <a:gd name="connsiteX11" fmla="*/ 698876 w 711866"/>
                <a:gd name="connsiteY11" fmla="*/ 12965 h 77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1866" h="779154">
                  <a:moveTo>
                    <a:pt x="711867" y="779155"/>
                  </a:moveTo>
                  <a:lnTo>
                    <a:pt x="705131" y="778901"/>
                  </a:lnTo>
                  <a:cubicBezTo>
                    <a:pt x="519813" y="771964"/>
                    <a:pt x="485289" y="689094"/>
                    <a:pt x="437514" y="574408"/>
                  </a:cubicBezTo>
                  <a:cubicBezTo>
                    <a:pt x="391117" y="463068"/>
                    <a:pt x="327577" y="310591"/>
                    <a:pt x="93107" y="154594"/>
                  </a:cubicBezTo>
                  <a:cubicBezTo>
                    <a:pt x="37811" y="117842"/>
                    <a:pt x="6716" y="68203"/>
                    <a:pt x="708" y="7145"/>
                  </a:cubicBezTo>
                  <a:lnTo>
                    <a:pt x="0" y="0"/>
                  </a:lnTo>
                  <a:lnTo>
                    <a:pt x="711867" y="0"/>
                  </a:lnTo>
                  <a:close/>
                  <a:moveTo>
                    <a:pt x="14453" y="12965"/>
                  </a:moveTo>
                  <a:cubicBezTo>
                    <a:pt x="21728" y="66742"/>
                    <a:pt x="50574" y="110710"/>
                    <a:pt x="100291" y="143747"/>
                  </a:cubicBezTo>
                  <a:cubicBezTo>
                    <a:pt x="338029" y="301933"/>
                    <a:pt x="402458" y="456507"/>
                    <a:pt x="449486" y="569381"/>
                  </a:cubicBezTo>
                  <a:cubicBezTo>
                    <a:pt x="496514" y="682254"/>
                    <a:pt x="527803" y="757356"/>
                    <a:pt x="698876" y="765631"/>
                  </a:cubicBezTo>
                  <a:lnTo>
                    <a:pt x="698876" y="12965"/>
                  </a:lnTo>
                  <a:close/>
                </a:path>
              </a:pathLst>
            </a:custGeom>
            <a:solidFill>
              <a:schemeClr val="tx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148ACA4-6A84-45D4-B1D3-5C0C4293D02A}"/>
                </a:ext>
              </a:extLst>
            </p:cNvPr>
            <p:cNvSpPr/>
            <p:nvPr userDrawn="1"/>
          </p:nvSpPr>
          <p:spPr>
            <a:xfrm>
              <a:off x="2206542" y="2150283"/>
              <a:ext cx="487095" cy="511706"/>
            </a:xfrm>
            <a:custGeom>
              <a:avLst/>
              <a:gdLst>
                <a:gd name="connsiteX0" fmla="*/ 0 w 487095"/>
                <a:gd name="connsiteY0" fmla="*/ 511707 h 511706"/>
                <a:gd name="connsiteX1" fmla="*/ 0 w 487095"/>
                <a:gd name="connsiteY1" fmla="*/ 511707 h 511706"/>
                <a:gd name="connsiteX2" fmla="*/ 0 w 487095"/>
                <a:gd name="connsiteY2" fmla="*/ 0 h 511706"/>
                <a:gd name="connsiteX3" fmla="*/ 487095 w 487095"/>
                <a:gd name="connsiteY3" fmla="*/ 0 h 511706"/>
                <a:gd name="connsiteX4" fmla="*/ 487095 w 487095"/>
                <a:gd name="connsiteY4" fmla="*/ 260 h 511706"/>
                <a:gd name="connsiteX5" fmla="*/ 98888 w 487095"/>
                <a:gd name="connsiteY5" fmla="*/ 496702 h 511706"/>
                <a:gd name="connsiteX6" fmla="*/ 0 w 487095"/>
                <a:gd name="connsiteY6" fmla="*/ 511707 h 51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7095" h="511706">
                  <a:moveTo>
                    <a:pt x="0" y="511707"/>
                  </a:moveTo>
                  <a:lnTo>
                    <a:pt x="0" y="511707"/>
                  </a:lnTo>
                  <a:lnTo>
                    <a:pt x="0" y="0"/>
                  </a:lnTo>
                  <a:lnTo>
                    <a:pt x="487095" y="0"/>
                  </a:lnTo>
                  <a:lnTo>
                    <a:pt x="487095" y="260"/>
                  </a:lnTo>
                  <a:cubicBezTo>
                    <a:pt x="486219" y="234967"/>
                    <a:pt x="326461" y="439267"/>
                    <a:pt x="98888" y="496702"/>
                  </a:cubicBezTo>
                  <a:cubicBezTo>
                    <a:pt x="66484" y="504868"/>
                    <a:pt x="33368" y="509893"/>
                    <a:pt x="0" y="511707"/>
                  </a:cubicBez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E08FF9-CB1A-4976-8A44-7E36B0ECFFB2}"/>
                </a:ext>
              </a:extLst>
            </p:cNvPr>
            <p:cNvSpPr/>
            <p:nvPr userDrawn="1"/>
          </p:nvSpPr>
          <p:spPr>
            <a:xfrm>
              <a:off x="1426582" y="2309249"/>
              <a:ext cx="352779" cy="155152"/>
            </a:xfrm>
            <a:custGeom>
              <a:avLst/>
              <a:gdLst>
                <a:gd name="connsiteX0" fmla="*/ 0 w 352779"/>
                <a:gd name="connsiteY0" fmla="*/ 0 h 155152"/>
                <a:gd name="connsiteX1" fmla="*/ 352780 w 352779"/>
                <a:gd name="connsiteY1" fmla="*/ 0 h 155152"/>
                <a:gd name="connsiteX2" fmla="*/ 352780 w 352779"/>
                <a:gd name="connsiteY2" fmla="*/ 155153 h 155152"/>
                <a:gd name="connsiteX3" fmla="*/ 0 w 352779"/>
                <a:gd name="connsiteY3" fmla="*/ 155153 h 155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155152">
                  <a:moveTo>
                    <a:pt x="0" y="0"/>
                  </a:moveTo>
                  <a:lnTo>
                    <a:pt x="352780" y="0"/>
                  </a:lnTo>
                  <a:lnTo>
                    <a:pt x="352780" y="155153"/>
                  </a:lnTo>
                  <a:lnTo>
                    <a:pt x="0" y="155153"/>
                  </a:ln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155C04-0C27-41D9-ADA1-B02E1F7EAA82}"/>
                </a:ext>
              </a:extLst>
            </p:cNvPr>
            <p:cNvSpPr/>
            <p:nvPr userDrawn="1"/>
          </p:nvSpPr>
          <p:spPr>
            <a:xfrm>
              <a:off x="1799076" y="2309463"/>
              <a:ext cx="134360" cy="154769"/>
            </a:xfrm>
            <a:custGeom>
              <a:avLst/>
              <a:gdLst>
                <a:gd name="connsiteX0" fmla="*/ 221 w 134360"/>
                <a:gd name="connsiteY0" fmla="*/ 154770 h 154769"/>
                <a:gd name="connsiteX1" fmla="*/ 0 w 134360"/>
                <a:gd name="connsiteY1" fmla="*/ 0 h 154769"/>
                <a:gd name="connsiteX2" fmla="*/ 134360 w 134360"/>
                <a:gd name="connsiteY2" fmla="*/ 77577 h 15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360" h="154769">
                  <a:moveTo>
                    <a:pt x="221" y="154770"/>
                  </a:moveTo>
                  <a:lnTo>
                    <a:pt x="0" y="0"/>
                  </a:lnTo>
                  <a:lnTo>
                    <a:pt x="134360" y="77577"/>
                  </a:lnTo>
                  <a:close/>
                </a:path>
              </a:pathLst>
            </a:custGeom>
            <a:solidFill>
              <a:schemeClr val="accent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263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098DEE0-4831-4111-A35B-803560731C83}"/>
              </a:ext>
            </a:extLst>
          </p:cNvPr>
          <p:cNvGrpSpPr/>
          <p:nvPr userDrawn="1"/>
        </p:nvGrpSpPr>
        <p:grpSpPr>
          <a:xfrm>
            <a:off x="655748" y="4551718"/>
            <a:ext cx="1646885" cy="1735167"/>
            <a:chOff x="655748" y="4551718"/>
            <a:chExt cx="1646885" cy="173516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3AFA82-12A0-47AC-877C-8B76876C21C4}"/>
                </a:ext>
              </a:extLst>
            </p:cNvPr>
            <p:cNvSpPr/>
            <p:nvPr/>
          </p:nvSpPr>
          <p:spPr>
            <a:xfrm>
              <a:off x="1733736" y="4551718"/>
              <a:ext cx="568897" cy="1199573"/>
            </a:xfrm>
            <a:custGeom>
              <a:avLst/>
              <a:gdLst>
                <a:gd name="connsiteX0" fmla="*/ 0 w 568897"/>
                <a:gd name="connsiteY0" fmla="*/ 1199574 h 1199573"/>
                <a:gd name="connsiteX1" fmla="*/ 0 w 568897"/>
                <a:gd name="connsiteY1" fmla="*/ 1199574 h 1199573"/>
                <a:gd name="connsiteX2" fmla="*/ 568043 w 568897"/>
                <a:gd name="connsiteY2" fmla="*/ 568043 h 1199573"/>
                <a:gd name="connsiteX3" fmla="*/ 0 w 568897"/>
                <a:gd name="connsiteY3" fmla="*/ 0 h 1199573"/>
                <a:gd name="connsiteX4" fmla="*/ 0 w 568897"/>
                <a:gd name="connsiteY4" fmla="*/ 1199574 h 119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97" h="1199573">
                  <a:moveTo>
                    <a:pt x="0" y="1199574"/>
                  </a:moveTo>
                  <a:lnTo>
                    <a:pt x="0" y="1199574"/>
                  </a:lnTo>
                  <a:cubicBezTo>
                    <a:pt x="331253" y="1182042"/>
                    <a:pt x="585575" y="899297"/>
                    <a:pt x="568043" y="568043"/>
                  </a:cubicBezTo>
                  <a:cubicBezTo>
                    <a:pt x="551809" y="261298"/>
                    <a:pt x="306746" y="16234"/>
                    <a:pt x="0" y="0"/>
                  </a:cubicBezTo>
                  <a:lnTo>
                    <a:pt x="0" y="1199574"/>
                  </a:lnTo>
                  <a:close/>
                </a:path>
              </a:pathLst>
            </a:custGeom>
            <a:solidFill>
              <a:schemeClr val="tx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859FABF-B4B0-4E38-98B5-00C71DE74C3B}"/>
                </a:ext>
              </a:extLst>
            </p:cNvPr>
            <p:cNvSpPr/>
            <p:nvPr/>
          </p:nvSpPr>
          <p:spPr>
            <a:xfrm>
              <a:off x="1780578" y="4864399"/>
              <a:ext cx="334626" cy="351530"/>
            </a:xfrm>
            <a:custGeom>
              <a:avLst/>
              <a:gdLst>
                <a:gd name="connsiteX0" fmla="*/ 334626 w 334626"/>
                <a:gd name="connsiteY0" fmla="*/ 0 h 351530"/>
                <a:gd name="connsiteX1" fmla="*/ 334626 w 334626"/>
                <a:gd name="connsiteY1" fmla="*/ 0 h 351530"/>
                <a:gd name="connsiteX2" fmla="*/ 334626 w 334626"/>
                <a:gd name="connsiteY2" fmla="*/ 351530 h 351530"/>
                <a:gd name="connsiteX3" fmla="*/ 0 w 334626"/>
                <a:gd name="connsiteY3" fmla="*/ 351530 h 351530"/>
                <a:gd name="connsiteX4" fmla="*/ 0 w 334626"/>
                <a:gd name="connsiteY4" fmla="*/ 351349 h 351530"/>
                <a:gd name="connsiteX5" fmla="*/ 266694 w 334626"/>
                <a:gd name="connsiteY5" fmla="*/ 10289 h 351530"/>
                <a:gd name="connsiteX6" fmla="*/ 334626 w 334626"/>
                <a:gd name="connsiteY6" fmla="*/ 0 h 35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626" h="351530">
                  <a:moveTo>
                    <a:pt x="334626" y="0"/>
                  </a:moveTo>
                  <a:lnTo>
                    <a:pt x="334626" y="0"/>
                  </a:lnTo>
                  <a:lnTo>
                    <a:pt x="334626" y="351530"/>
                  </a:lnTo>
                  <a:lnTo>
                    <a:pt x="0" y="351530"/>
                  </a:lnTo>
                  <a:lnTo>
                    <a:pt x="0" y="351349"/>
                  </a:lnTo>
                  <a:cubicBezTo>
                    <a:pt x="590" y="190102"/>
                    <a:pt x="110346" y="49741"/>
                    <a:pt x="266694" y="10289"/>
                  </a:cubicBezTo>
                  <a:cubicBezTo>
                    <a:pt x="288954" y="4684"/>
                    <a:pt x="311704" y="1238"/>
                    <a:pt x="334626" y="0"/>
                  </a:cubicBezTo>
                  <a:close/>
                </a:path>
              </a:pathLst>
            </a:custGeom>
            <a:solidFill>
              <a:schemeClr val="accent3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7EB89A1-BD7D-4078-9C7B-84A4588F3625}"/>
                </a:ext>
              </a:extLst>
            </p:cNvPr>
            <p:cNvSpPr/>
            <p:nvPr/>
          </p:nvSpPr>
          <p:spPr>
            <a:xfrm>
              <a:off x="655748" y="5215783"/>
              <a:ext cx="977032" cy="1071102"/>
            </a:xfrm>
            <a:custGeom>
              <a:avLst/>
              <a:gdLst>
                <a:gd name="connsiteX0" fmla="*/ 977032 w 977032"/>
                <a:gd name="connsiteY0" fmla="*/ 1071102 h 1071102"/>
                <a:gd name="connsiteX1" fmla="*/ 974424 w 977032"/>
                <a:gd name="connsiteY1" fmla="*/ 1071002 h 1071102"/>
                <a:gd name="connsiteX2" fmla="*/ 607729 w 977032"/>
                <a:gd name="connsiteY2" fmla="*/ 790400 h 1071102"/>
                <a:gd name="connsiteX3" fmla="*/ 125983 w 977032"/>
                <a:gd name="connsiteY3" fmla="*/ 203189 h 1071102"/>
                <a:gd name="connsiteX4" fmla="*/ 272 w 977032"/>
                <a:gd name="connsiteY4" fmla="*/ 2759 h 1071102"/>
                <a:gd name="connsiteX5" fmla="*/ 0 w 977032"/>
                <a:gd name="connsiteY5" fmla="*/ 0 h 1071102"/>
                <a:gd name="connsiteX6" fmla="*/ 977032 w 977032"/>
                <a:gd name="connsiteY6" fmla="*/ 0 h 1071102"/>
                <a:gd name="connsiteX7" fmla="*/ 5574 w 977032"/>
                <a:gd name="connsiteY7" fmla="*/ 5036 h 1071102"/>
                <a:gd name="connsiteX8" fmla="*/ 128778 w 977032"/>
                <a:gd name="connsiteY8" fmla="*/ 199017 h 1071102"/>
                <a:gd name="connsiteX9" fmla="*/ 612383 w 977032"/>
                <a:gd name="connsiteY9" fmla="*/ 788475 h 1071102"/>
                <a:gd name="connsiteX10" fmla="*/ 972021 w 977032"/>
                <a:gd name="connsiteY10" fmla="*/ 1065890 h 1071102"/>
                <a:gd name="connsiteX11" fmla="*/ 972021 w 977032"/>
                <a:gd name="connsiteY11" fmla="*/ 5036 h 107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7032" h="1071102">
                  <a:moveTo>
                    <a:pt x="977032" y="1071102"/>
                  </a:moveTo>
                  <a:lnTo>
                    <a:pt x="974424" y="1071002"/>
                  </a:lnTo>
                  <a:cubicBezTo>
                    <a:pt x="720693" y="1061492"/>
                    <a:pt x="675752" y="953649"/>
                    <a:pt x="607729" y="790400"/>
                  </a:cubicBezTo>
                  <a:cubicBezTo>
                    <a:pt x="542837" y="634680"/>
                    <a:pt x="453964" y="421408"/>
                    <a:pt x="125983" y="203189"/>
                  </a:cubicBezTo>
                  <a:cubicBezTo>
                    <a:pt x="50737" y="153181"/>
                    <a:pt x="8445" y="85746"/>
                    <a:pt x="272" y="2759"/>
                  </a:cubicBezTo>
                  <a:lnTo>
                    <a:pt x="0" y="0"/>
                  </a:lnTo>
                  <a:lnTo>
                    <a:pt x="977032" y="0"/>
                  </a:lnTo>
                  <a:close/>
                  <a:moveTo>
                    <a:pt x="5574" y="5036"/>
                  </a:moveTo>
                  <a:cubicBezTo>
                    <a:pt x="14250" y="85178"/>
                    <a:pt x="55693" y="150437"/>
                    <a:pt x="128778" y="199017"/>
                  </a:cubicBezTo>
                  <a:cubicBezTo>
                    <a:pt x="458036" y="418075"/>
                    <a:pt x="547245" y="632162"/>
                    <a:pt x="612383" y="788475"/>
                  </a:cubicBezTo>
                  <a:cubicBezTo>
                    <a:pt x="679426" y="949372"/>
                    <a:pt x="723800" y="1055857"/>
                    <a:pt x="972021" y="1065890"/>
                  </a:cubicBezTo>
                  <a:lnTo>
                    <a:pt x="972021" y="5036"/>
                  </a:lnTo>
                  <a:close/>
                </a:path>
              </a:pathLst>
            </a:custGeom>
            <a:solidFill>
              <a:schemeClr val="tx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2970644-E0F4-4520-93D5-053B346F439B}"/>
                </a:ext>
              </a:extLst>
            </p:cNvPr>
            <p:cNvSpPr/>
            <p:nvPr/>
          </p:nvSpPr>
          <p:spPr>
            <a:xfrm>
              <a:off x="1294359" y="4712987"/>
              <a:ext cx="335907" cy="335907"/>
            </a:xfrm>
            <a:custGeom>
              <a:avLst/>
              <a:gdLst>
                <a:gd name="connsiteX0" fmla="*/ 335908 w 335907"/>
                <a:gd name="connsiteY0" fmla="*/ 167954 h 335907"/>
                <a:gd name="connsiteX1" fmla="*/ 167954 w 335907"/>
                <a:gd name="connsiteY1" fmla="*/ 335908 h 335907"/>
                <a:gd name="connsiteX2" fmla="*/ 0 w 335907"/>
                <a:gd name="connsiteY2" fmla="*/ 167954 h 335907"/>
                <a:gd name="connsiteX3" fmla="*/ 167954 w 335907"/>
                <a:gd name="connsiteY3" fmla="*/ 0 h 335907"/>
                <a:gd name="connsiteX4" fmla="*/ 335908 w 335907"/>
                <a:gd name="connsiteY4" fmla="*/ 167954 h 33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907" h="335907">
                  <a:moveTo>
                    <a:pt x="335908" y="167954"/>
                  </a:moveTo>
                  <a:cubicBezTo>
                    <a:pt x="335908" y="260712"/>
                    <a:pt x="260712" y="335908"/>
                    <a:pt x="167954" y="335908"/>
                  </a:cubicBezTo>
                  <a:cubicBezTo>
                    <a:pt x="75196" y="335908"/>
                    <a:pt x="0" y="260712"/>
                    <a:pt x="0" y="167954"/>
                  </a:cubicBezTo>
                  <a:cubicBezTo>
                    <a:pt x="0" y="75196"/>
                    <a:pt x="75196" y="0"/>
                    <a:pt x="167954" y="0"/>
                  </a:cubicBezTo>
                  <a:cubicBezTo>
                    <a:pt x="260712" y="0"/>
                    <a:pt x="335908" y="75196"/>
                    <a:pt x="335908" y="167954"/>
                  </a:cubicBez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9042F5-4D8F-4185-9361-03C7324C575B}"/>
                </a:ext>
              </a:extLst>
            </p:cNvPr>
            <p:cNvSpPr/>
            <p:nvPr/>
          </p:nvSpPr>
          <p:spPr>
            <a:xfrm>
              <a:off x="802053" y="5555712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E1719E-0A39-4B5D-9A91-93111541A716}"/>
                </a:ext>
              </a:extLst>
            </p:cNvPr>
            <p:cNvSpPr/>
            <p:nvPr/>
          </p:nvSpPr>
          <p:spPr>
            <a:xfrm>
              <a:off x="1733736" y="5847805"/>
              <a:ext cx="415486" cy="436477"/>
            </a:xfrm>
            <a:custGeom>
              <a:avLst/>
              <a:gdLst>
                <a:gd name="connsiteX0" fmla="*/ 0 w 415486"/>
                <a:gd name="connsiteY0" fmla="*/ 436477 h 436477"/>
                <a:gd name="connsiteX1" fmla="*/ 0 w 415486"/>
                <a:gd name="connsiteY1" fmla="*/ 436477 h 436477"/>
                <a:gd name="connsiteX2" fmla="*/ 0 w 415486"/>
                <a:gd name="connsiteY2" fmla="*/ 0 h 436477"/>
                <a:gd name="connsiteX3" fmla="*/ 415487 w 415486"/>
                <a:gd name="connsiteY3" fmla="*/ 0 h 436477"/>
                <a:gd name="connsiteX4" fmla="*/ 415487 w 415486"/>
                <a:gd name="connsiteY4" fmla="*/ 221 h 436477"/>
                <a:gd name="connsiteX5" fmla="*/ 84349 w 415486"/>
                <a:gd name="connsiteY5" fmla="*/ 423685 h 436477"/>
                <a:gd name="connsiteX6" fmla="*/ 0 w 415486"/>
                <a:gd name="connsiteY6" fmla="*/ 436477 h 43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5486" h="436477">
                  <a:moveTo>
                    <a:pt x="0" y="436477"/>
                  </a:moveTo>
                  <a:lnTo>
                    <a:pt x="0" y="436477"/>
                  </a:lnTo>
                  <a:lnTo>
                    <a:pt x="0" y="0"/>
                  </a:lnTo>
                  <a:lnTo>
                    <a:pt x="415487" y="0"/>
                  </a:lnTo>
                  <a:lnTo>
                    <a:pt x="415487" y="221"/>
                  </a:lnTo>
                  <a:cubicBezTo>
                    <a:pt x="414741" y="200425"/>
                    <a:pt x="278467" y="374693"/>
                    <a:pt x="84349" y="423685"/>
                  </a:cubicBezTo>
                  <a:cubicBezTo>
                    <a:pt x="56708" y="430646"/>
                    <a:pt x="28462" y="434930"/>
                    <a:pt x="0" y="436477"/>
                  </a:cubicBezTo>
                  <a:close/>
                </a:path>
              </a:pathLst>
            </a:custGeom>
            <a:solidFill>
              <a:schemeClr val="accent4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89B03DF-B3C2-4148-A06B-C46D7B5FCBD2}"/>
                </a:ext>
              </a:extLst>
            </p:cNvPr>
            <p:cNvSpPr/>
            <p:nvPr/>
          </p:nvSpPr>
          <p:spPr>
            <a:xfrm>
              <a:off x="704565" y="5471751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ED88D-442C-4B54-8369-BD21A42D657C}"/>
                </a:ext>
              </a:extLst>
            </p:cNvPr>
            <p:cNvSpPr/>
            <p:nvPr/>
          </p:nvSpPr>
          <p:spPr>
            <a:xfrm>
              <a:off x="879083" y="5703023"/>
              <a:ext cx="446123" cy="66117"/>
            </a:xfrm>
            <a:custGeom>
              <a:avLst/>
              <a:gdLst>
                <a:gd name="connsiteX0" fmla="*/ 0 w 446123"/>
                <a:gd name="connsiteY0" fmla="*/ 0 h 66117"/>
                <a:gd name="connsiteX1" fmla="*/ 446123 w 446123"/>
                <a:gd name="connsiteY1" fmla="*/ 0 h 66117"/>
                <a:gd name="connsiteX2" fmla="*/ 446123 w 446123"/>
                <a:gd name="connsiteY2" fmla="*/ 66118 h 66117"/>
                <a:gd name="connsiteX3" fmla="*/ 0 w 446123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123" h="66117">
                  <a:moveTo>
                    <a:pt x="0" y="0"/>
                  </a:moveTo>
                  <a:lnTo>
                    <a:pt x="446123" y="0"/>
                  </a:lnTo>
                  <a:lnTo>
                    <a:pt x="446123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9295325-234F-4D8D-9D39-605C8B56CF8F}"/>
                </a:ext>
              </a:extLst>
            </p:cNvPr>
            <p:cNvSpPr/>
            <p:nvPr/>
          </p:nvSpPr>
          <p:spPr>
            <a:xfrm>
              <a:off x="1021764" y="6093669"/>
              <a:ext cx="220832" cy="190613"/>
            </a:xfrm>
            <a:custGeom>
              <a:avLst/>
              <a:gdLst>
                <a:gd name="connsiteX0" fmla="*/ 110416 w 220832"/>
                <a:gd name="connsiteY0" fmla="*/ 0 h 190613"/>
                <a:gd name="connsiteX1" fmla="*/ 220832 w 220832"/>
                <a:gd name="connsiteY1" fmla="*/ 190613 h 190613"/>
                <a:gd name="connsiteX2" fmla="*/ 0 w 220832"/>
                <a:gd name="connsiteY2" fmla="*/ 190613 h 19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832" h="190613">
                  <a:moveTo>
                    <a:pt x="110416" y="0"/>
                  </a:moveTo>
                  <a:lnTo>
                    <a:pt x="220832" y="190613"/>
                  </a:lnTo>
                  <a:lnTo>
                    <a:pt x="0" y="190613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F69A97-AC40-4BBF-93FE-8C1F8ABE2CE0}"/>
                </a:ext>
              </a:extLst>
            </p:cNvPr>
            <p:cNvSpPr/>
            <p:nvPr/>
          </p:nvSpPr>
          <p:spPr>
            <a:xfrm>
              <a:off x="879083" y="5832590"/>
              <a:ext cx="311228" cy="66117"/>
            </a:xfrm>
            <a:custGeom>
              <a:avLst/>
              <a:gdLst>
                <a:gd name="connsiteX0" fmla="*/ 0 w 311228"/>
                <a:gd name="connsiteY0" fmla="*/ 0 h 66117"/>
                <a:gd name="connsiteX1" fmla="*/ 311228 w 311228"/>
                <a:gd name="connsiteY1" fmla="*/ 0 h 66117"/>
                <a:gd name="connsiteX2" fmla="*/ 311228 w 311228"/>
                <a:gd name="connsiteY2" fmla="*/ 66118 h 66117"/>
                <a:gd name="connsiteX3" fmla="*/ 0 w 311228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228" h="66117">
                  <a:moveTo>
                    <a:pt x="0" y="0"/>
                  </a:moveTo>
                  <a:lnTo>
                    <a:pt x="311228" y="0"/>
                  </a:lnTo>
                  <a:lnTo>
                    <a:pt x="311228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729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02C701-AB8C-46E4-A998-38E9C9D55D9D}"/>
              </a:ext>
            </a:extLst>
          </p:cNvPr>
          <p:cNvGrpSpPr/>
          <p:nvPr userDrawn="1"/>
        </p:nvGrpSpPr>
        <p:grpSpPr>
          <a:xfrm>
            <a:off x="8674695" y="3621818"/>
            <a:ext cx="3000841" cy="2814283"/>
            <a:chOff x="8674695" y="3621818"/>
            <a:chExt cx="3000841" cy="281428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50028C0-13C4-4CBB-B8A4-B90DD2829DF6}"/>
                </a:ext>
              </a:extLst>
            </p:cNvPr>
            <p:cNvSpPr/>
            <p:nvPr/>
          </p:nvSpPr>
          <p:spPr>
            <a:xfrm>
              <a:off x="9906961" y="3806827"/>
              <a:ext cx="899255" cy="899255"/>
            </a:xfrm>
            <a:custGeom>
              <a:avLst/>
              <a:gdLst>
                <a:gd name="connsiteX0" fmla="*/ 899256 w 899255"/>
                <a:gd name="connsiteY0" fmla="*/ 449628 h 899255"/>
                <a:gd name="connsiteX1" fmla="*/ 449628 w 899255"/>
                <a:gd name="connsiteY1" fmla="*/ 899255 h 899255"/>
                <a:gd name="connsiteX2" fmla="*/ 0 w 899255"/>
                <a:gd name="connsiteY2" fmla="*/ 449628 h 899255"/>
                <a:gd name="connsiteX3" fmla="*/ 449628 w 899255"/>
                <a:gd name="connsiteY3" fmla="*/ 0 h 899255"/>
                <a:gd name="connsiteX4" fmla="*/ 899256 w 899255"/>
                <a:gd name="connsiteY4" fmla="*/ 449628 h 8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255" h="899255">
                  <a:moveTo>
                    <a:pt x="899256" y="449628"/>
                  </a:moveTo>
                  <a:cubicBezTo>
                    <a:pt x="899256" y="697950"/>
                    <a:pt x="697950" y="899255"/>
                    <a:pt x="449628" y="899255"/>
                  </a:cubicBezTo>
                  <a:cubicBezTo>
                    <a:pt x="201305" y="899255"/>
                    <a:pt x="0" y="697950"/>
                    <a:pt x="0" y="449628"/>
                  </a:cubicBezTo>
                  <a:cubicBezTo>
                    <a:pt x="0" y="201305"/>
                    <a:pt x="201305" y="0"/>
                    <a:pt x="449628" y="0"/>
                  </a:cubicBezTo>
                  <a:cubicBezTo>
                    <a:pt x="697950" y="0"/>
                    <a:pt x="899256" y="201305"/>
                    <a:pt x="899256" y="449628"/>
                  </a:cubicBezTo>
                  <a:close/>
                </a:path>
              </a:pathLst>
            </a:custGeom>
            <a:solidFill>
              <a:schemeClr val="accent3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C0E318B-B34A-4981-A556-01AF85251C86}"/>
                </a:ext>
              </a:extLst>
            </p:cNvPr>
            <p:cNvSpPr/>
            <p:nvPr/>
          </p:nvSpPr>
          <p:spPr>
            <a:xfrm>
              <a:off x="8674695" y="3621818"/>
              <a:ext cx="2477629" cy="2260487"/>
            </a:xfrm>
            <a:custGeom>
              <a:avLst/>
              <a:gdLst>
                <a:gd name="connsiteX0" fmla="*/ 0 w 2477629"/>
                <a:gd name="connsiteY0" fmla="*/ 2260488 h 2260487"/>
                <a:gd name="connsiteX1" fmla="*/ 302 w 2477629"/>
                <a:gd name="connsiteY1" fmla="*/ 2252418 h 2260487"/>
                <a:gd name="connsiteX2" fmla="*/ 193064 w 2477629"/>
                <a:gd name="connsiteY2" fmla="*/ 1666426 h 2260487"/>
                <a:gd name="connsiteX3" fmla="*/ 649516 w 2477629"/>
                <a:gd name="connsiteY3" fmla="*/ 1403850 h 2260487"/>
                <a:gd name="connsiteX4" fmla="*/ 2004752 w 2477629"/>
                <a:gd name="connsiteY4" fmla="*/ 292033 h 2260487"/>
                <a:gd name="connsiteX5" fmla="*/ 2469042 w 2477629"/>
                <a:gd name="connsiteY5" fmla="*/ 851 h 2260487"/>
                <a:gd name="connsiteX6" fmla="*/ 2477630 w 2477629"/>
                <a:gd name="connsiteY6" fmla="*/ 0 h 2260487"/>
                <a:gd name="connsiteX7" fmla="*/ 2453041 w 2477629"/>
                <a:gd name="connsiteY7" fmla="*/ 2246584 h 2260487"/>
                <a:gd name="connsiteX8" fmla="*/ 2445435 w 2477629"/>
                <a:gd name="connsiteY8" fmla="*/ 2246630 h 2260487"/>
                <a:gd name="connsiteX9" fmla="*/ 2461970 w 2477629"/>
                <a:gd name="connsiteY9" fmla="*/ 17154 h 2260487"/>
                <a:gd name="connsiteX10" fmla="*/ 2017642 w 2477629"/>
                <a:gd name="connsiteY10" fmla="*/ 300598 h 2260487"/>
                <a:gd name="connsiteX11" fmla="*/ 1284725 w 2477629"/>
                <a:gd name="connsiteY11" fmla="*/ 1087143 h 2260487"/>
                <a:gd name="connsiteX12" fmla="*/ 655474 w 2477629"/>
                <a:gd name="connsiteY12" fmla="*/ 1418141 h 2260487"/>
                <a:gd name="connsiteX13" fmla="*/ 16086 w 2477629"/>
                <a:gd name="connsiteY13" fmla="*/ 2244920 h 2260487"/>
                <a:gd name="connsiteX14" fmla="*/ 2437736 w 2477629"/>
                <a:gd name="connsiteY14" fmla="*/ 2231202 h 226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77629" h="2260487">
                  <a:moveTo>
                    <a:pt x="0" y="2260488"/>
                  </a:moveTo>
                  <a:lnTo>
                    <a:pt x="302" y="2252418"/>
                  </a:lnTo>
                  <a:cubicBezTo>
                    <a:pt x="10616" y="1977222"/>
                    <a:pt x="70070" y="1796507"/>
                    <a:pt x="193064" y="1666426"/>
                  </a:cubicBezTo>
                  <a:cubicBezTo>
                    <a:pt x="306030" y="1547007"/>
                    <a:pt x="465188" y="1480667"/>
                    <a:pt x="649516" y="1403850"/>
                  </a:cubicBezTo>
                  <a:cubicBezTo>
                    <a:pt x="1008918" y="1254085"/>
                    <a:pt x="1501132" y="1048982"/>
                    <a:pt x="2004752" y="292033"/>
                  </a:cubicBezTo>
                  <a:cubicBezTo>
                    <a:pt x="2120557" y="117755"/>
                    <a:pt x="2276768" y="19792"/>
                    <a:pt x="2469042" y="851"/>
                  </a:cubicBezTo>
                  <a:lnTo>
                    <a:pt x="2477630" y="0"/>
                  </a:lnTo>
                  <a:lnTo>
                    <a:pt x="2453041" y="2246584"/>
                  </a:lnTo>
                  <a:lnTo>
                    <a:pt x="2445435" y="2246630"/>
                  </a:lnTo>
                  <a:close/>
                  <a:moveTo>
                    <a:pt x="2461970" y="17154"/>
                  </a:moveTo>
                  <a:cubicBezTo>
                    <a:pt x="2278470" y="37666"/>
                    <a:pt x="2129014" y="132990"/>
                    <a:pt x="2017642" y="300598"/>
                  </a:cubicBezTo>
                  <a:cubicBezTo>
                    <a:pt x="1793118" y="638049"/>
                    <a:pt x="1553398" y="895333"/>
                    <a:pt x="1284725" y="1087143"/>
                  </a:cubicBezTo>
                  <a:cubicBezTo>
                    <a:pt x="1053377" y="1252336"/>
                    <a:pt x="841976" y="1340419"/>
                    <a:pt x="655474" y="1418141"/>
                  </a:cubicBezTo>
                  <a:cubicBezTo>
                    <a:pt x="285030" y="1572502"/>
                    <a:pt x="39716" y="1674767"/>
                    <a:pt x="16086" y="2244920"/>
                  </a:cubicBezTo>
                  <a:lnTo>
                    <a:pt x="2437736" y="2231202"/>
                  </a:lnTo>
                  <a:close/>
                </a:path>
              </a:pathLst>
            </a:custGeom>
            <a:solidFill>
              <a:schemeClr val="tx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178EF47-34A0-4AFC-8C39-0CC0AD04EB87}"/>
                </a:ext>
              </a:extLst>
            </p:cNvPr>
            <p:cNvSpPr/>
            <p:nvPr/>
          </p:nvSpPr>
          <p:spPr>
            <a:xfrm>
              <a:off x="9342711" y="5315533"/>
              <a:ext cx="652332" cy="561433"/>
            </a:xfrm>
            <a:custGeom>
              <a:avLst/>
              <a:gdLst>
                <a:gd name="connsiteX0" fmla="*/ 652332 w 652332"/>
                <a:gd name="connsiteY0" fmla="*/ 561433 h 561433"/>
                <a:gd name="connsiteX1" fmla="*/ 0 w 652332"/>
                <a:gd name="connsiteY1" fmla="*/ 561433 h 561433"/>
                <a:gd name="connsiteX2" fmla="*/ 326162 w 652332"/>
                <a:gd name="connsiteY2" fmla="*/ 0 h 5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3">
                  <a:moveTo>
                    <a:pt x="652332" y="561433"/>
                  </a:moveTo>
                  <a:lnTo>
                    <a:pt x="0" y="561433"/>
                  </a:lnTo>
                  <a:lnTo>
                    <a:pt x="326162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92D7AF-BCB2-4554-8ABF-DFA162E02038}"/>
                </a:ext>
              </a:extLst>
            </p:cNvPr>
            <p:cNvSpPr/>
            <p:nvPr/>
          </p:nvSpPr>
          <p:spPr>
            <a:xfrm>
              <a:off x="8881477" y="5318164"/>
              <a:ext cx="652332" cy="561432"/>
            </a:xfrm>
            <a:custGeom>
              <a:avLst/>
              <a:gdLst>
                <a:gd name="connsiteX0" fmla="*/ 652332 w 652332"/>
                <a:gd name="connsiteY0" fmla="*/ 561433 h 561432"/>
                <a:gd name="connsiteX1" fmla="*/ 0 w 652332"/>
                <a:gd name="connsiteY1" fmla="*/ 561433 h 561432"/>
                <a:gd name="connsiteX2" fmla="*/ 326170 w 652332"/>
                <a:gd name="connsiteY2" fmla="*/ 0 h 5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2">
                  <a:moveTo>
                    <a:pt x="652332" y="561433"/>
                  </a:moveTo>
                  <a:lnTo>
                    <a:pt x="0" y="561433"/>
                  </a:lnTo>
                  <a:lnTo>
                    <a:pt x="326170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0AEDC6C-AF72-4D98-A3DA-BF539F825F62}"/>
                </a:ext>
              </a:extLst>
            </p:cNvPr>
            <p:cNvSpPr/>
            <p:nvPr/>
          </p:nvSpPr>
          <p:spPr>
            <a:xfrm>
              <a:off x="10611064" y="5317839"/>
              <a:ext cx="1064472" cy="1118262"/>
            </a:xfrm>
            <a:custGeom>
              <a:avLst/>
              <a:gdLst>
                <a:gd name="connsiteX0" fmla="*/ 216098 w 1064472"/>
                <a:gd name="connsiteY0" fmla="*/ 1085487 h 1118262"/>
                <a:gd name="connsiteX1" fmla="*/ 1064472 w 1064472"/>
                <a:gd name="connsiteY1" fmla="*/ 573 h 1118262"/>
                <a:gd name="connsiteX2" fmla="*/ 1064472 w 1064472"/>
                <a:gd name="connsiteY2" fmla="*/ 0 h 1118262"/>
                <a:gd name="connsiteX3" fmla="*/ 0 w 1064472"/>
                <a:gd name="connsiteY3" fmla="*/ 0 h 1118262"/>
                <a:gd name="connsiteX4" fmla="*/ 0 w 1064472"/>
                <a:gd name="connsiteY4" fmla="*/ 1118263 h 1118262"/>
                <a:gd name="connsiteX5" fmla="*/ 0 w 1064472"/>
                <a:gd name="connsiteY5" fmla="*/ 1118263 h 1118262"/>
                <a:gd name="connsiteX6" fmla="*/ 216098 w 1064472"/>
                <a:gd name="connsiteY6" fmla="*/ 1085487 h 111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4472" h="1118262">
                  <a:moveTo>
                    <a:pt x="216098" y="1085487"/>
                  </a:moveTo>
                  <a:cubicBezTo>
                    <a:pt x="714734" y="961975"/>
                    <a:pt x="1064820" y="514274"/>
                    <a:pt x="1064472" y="573"/>
                  </a:cubicBezTo>
                  <a:lnTo>
                    <a:pt x="1064472" y="0"/>
                  </a:lnTo>
                  <a:lnTo>
                    <a:pt x="0" y="0"/>
                  </a:lnTo>
                  <a:lnTo>
                    <a:pt x="0" y="1118263"/>
                  </a:lnTo>
                  <a:lnTo>
                    <a:pt x="0" y="1118263"/>
                  </a:lnTo>
                  <a:cubicBezTo>
                    <a:pt x="72917" y="1114301"/>
                    <a:pt x="145285" y="1103329"/>
                    <a:pt x="216098" y="1085487"/>
                  </a:cubicBezTo>
                  <a:close/>
                </a:path>
              </a:pathLst>
            </a:custGeom>
            <a:solidFill>
              <a:schemeClr val="accent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9025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F651AA-429A-4F12-B89D-CE357A17B18E}"/>
              </a:ext>
            </a:extLst>
          </p:cNvPr>
          <p:cNvGrpSpPr/>
          <p:nvPr userDrawn="1"/>
        </p:nvGrpSpPr>
        <p:grpSpPr>
          <a:xfrm>
            <a:off x="412203" y="4285741"/>
            <a:ext cx="1753152" cy="2364400"/>
            <a:chOff x="412203" y="4285741"/>
            <a:chExt cx="1753152" cy="23644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96917D-396F-42BB-A076-A0C1BB57AA43}"/>
                </a:ext>
              </a:extLst>
            </p:cNvPr>
            <p:cNvSpPr/>
            <p:nvPr/>
          </p:nvSpPr>
          <p:spPr>
            <a:xfrm>
              <a:off x="412203" y="5308326"/>
              <a:ext cx="1354331" cy="1341815"/>
            </a:xfrm>
            <a:custGeom>
              <a:avLst/>
              <a:gdLst>
                <a:gd name="connsiteX0" fmla="*/ 1354331 w 1354331"/>
                <a:gd name="connsiteY0" fmla="*/ 0 h 1341815"/>
                <a:gd name="connsiteX1" fmla="*/ 953900 w 1354331"/>
                <a:gd name="connsiteY1" fmla="*/ 507682 h 1341815"/>
                <a:gd name="connsiteX2" fmla="*/ 150495 w 1354331"/>
                <a:gd name="connsiteY2" fmla="*/ 1200540 h 1341815"/>
                <a:gd name="connsiteX3" fmla="*/ 0 w 1354331"/>
                <a:gd name="connsiteY3" fmla="*/ 1341815 h 1341815"/>
                <a:gd name="connsiteX4" fmla="*/ 0 w 1354331"/>
                <a:gd name="connsiteY4" fmla="*/ 0 h 134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4331" h="1341815">
                  <a:moveTo>
                    <a:pt x="1354331" y="0"/>
                  </a:moveTo>
                  <a:cubicBezTo>
                    <a:pt x="1333814" y="260899"/>
                    <a:pt x="1236031" y="384620"/>
                    <a:pt x="953900" y="507682"/>
                  </a:cubicBezTo>
                  <a:cubicBezTo>
                    <a:pt x="607676" y="660387"/>
                    <a:pt x="374847" y="861060"/>
                    <a:pt x="150495" y="1200540"/>
                  </a:cubicBezTo>
                  <a:cubicBezTo>
                    <a:pt x="112012" y="1258706"/>
                    <a:pt x="60479" y="1307082"/>
                    <a:pt x="0" y="13418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E5237B8-9BFC-4F4F-B6EA-E88F8D5723C7}"/>
                </a:ext>
              </a:extLst>
            </p:cNvPr>
            <p:cNvSpPr/>
            <p:nvPr/>
          </p:nvSpPr>
          <p:spPr>
            <a:xfrm>
              <a:off x="412241" y="4712652"/>
              <a:ext cx="775639" cy="595895"/>
            </a:xfrm>
            <a:custGeom>
              <a:avLst/>
              <a:gdLst>
                <a:gd name="connsiteX0" fmla="*/ 0 w 775639"/>
                <a:gd name="connsiteY0" fmla="*/ 198720 h 595895"/>
                <a:gd name="connsiteX1" fmla="*/ 590369 w 775639"/>
                <a:gd name="connsiteY1" fmla="*/ 0 h 595895"/>
                <a:gd name="connsiteX2" fmla="*/ 775640 w 775639"/>
                <a:gd name="connsiteY2" fmla="*/ 550545 h 595895"/>
                <a:gd name="connsiteX3" fmla="*/ 739216 w 775639"/>
                <a:gd name="connsiteY3" fmla="*/ 564442 h 595895"/>
                <a:gd name="connsiteX4" fmla="*/ 412061 w 775639"/>
                <a:gd name="connsiteY4" fmla="*/ 579682 h 595895"/>
                <a:gd name="connsiteX5" fmla="*/ 138694 w 775639"/>
                <a:gd name="connsiteY5" fmla="*/ 424605 h 595895"/>
                <a:gd name="connsiteX6" fmla="*/ 0 w 775639"/>
                <a:gd name="connsiteY6" fmla="*/ 198720 h 59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5639" h="595895">
                  <a:moveTo>
                    <a:pt x="0" y="198720"/>
                  </a:moveTo>
                  <a:lnTo>
                    <a:pt x="590369" y="0"/>
                  </a:lnTo>
                  <a:lnTo>
                    <a:pt x="775640" y="550545"/>
                  </a:lnTo>
                  <a:cubicBezTo>
                    <a:pt x="763657" y="555669"/>
                    <a:pt x="751380" y="560356"/>
                    <a:pt x="739216" y="564442"/>
                  </a:cubicBezTo>
                  <a:cubicBezTo>
                    <a:pt x="633798" y="600347"/>
                    <a:pt x="520361" y="605632"/>
                    <a:pt x="412061" y="579682"/>
                  </a:cubicBezTo>
                  <a:cubicBezTo>
                    <a:pt x="308202" y="554640"/>
                    <a:pt x="213476" y="500903"/>
                    <a:pt x="138694" y="424605"/>
                  </a:cubicBezTo>
                  <a:cubicBezTo>
                    <a:pt x="76067" y="360696"/>
                    <a:pt x="28659" y="283486"/>
                    <a:pt x="0" y="19872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A7FD02-D910-4845-B318-060155DFC1AE}"/>
                </a:ext>
              </a:extLst>
            </p:cNvPr>
            <p:cNvSpPr/>
            <p:nvPr/>
          </p:nvSpPr>
          <p:spPr>
            <a:xfrm>
              <a:off x="1405613" y="4650615"/>
              <a:ext cx="759742" cy="657958"/>
            </a:xfrm>
            <a:custGeom>
              <a:avLst/>
              <a:gdLst>
                <a:gd name="connsiteX0" fmla="*/ 379866 w 759742"/>
                <a:gd name="connsiteY0" fmla="*/ 0 h 657958"/>
                <a:gd name="connsiteX1" fmla="*/ 569804 w 759742"/>
                <a:gd name="connsiteY1" fmla="*/ 328984 h 657958"/>
                <a:gd name="connsiteX2" fmla="*/ 759743 w 759742"/>
                <a:gd name="connsiteY2" fmla="*/ 657958 h 657958"/>
                <a:gd name="connsiteX3" fmla="*/ 379866 w 759742"/>
                <a:gd name="connsiteY3" fmla="*/ 657958 h 657958"/>
                <a:gd name="connsiteX4" fmla="*/ 0 w 759742"/>
                <a:gd name="connsiteY4" fmla="*/ 657958 h 657958"/>
                <a:gd name="connsiteX5" fmla="*/ 189938 w 759742"/>
                <a:gd name="connsiteY5" fmla="*/ 328984 h 657958"/>
                <a:gd name="connsiteX6" fmla="*/ 379866 w 759742"/>
                <a:gd name="connsiteY6" fmla="*/ 0 h 6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9742" h="657958">
                  <a:moveTo>
                    <a:pt x="379866" y="0"/>
                  </a:moveTo>
                  <a:lnTo>
                    <a:pt x="569804" y="328984"/>
                  </a:lnTo>
                  <a:lnTo>
                    <a:pt x="759743" y="657958"/>
                  </a:lnTo>
                  <a:lnTo>
                    <a:pt x="379866" y="657958"/>
                  </a:lnTo>
                  <a:lnTo>
                    <a:pt x="0" y="657958"/>
                  </a:lnTo>
                  <a:lnTo>
                    <a:pt x="189938" y="328984"/>
                  </a:lnTo>
                  <a:lnTo>
                    <a:pt x="37986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4FE62B-91F7-46F3-BFDE-77ADB1D34C26}"/>
                </a:ext>
              </a:extLst>
            </p:cNvPr>
            <p:cNvSpPr/>
            <p:nvPr/>
          </p:nvSpPr>
          <p:spPr>
            <a:xfrm>
              <a:off x="1612553" y="4285741"/>
              <a:ext cx="355568" cy="355568"/>
            </a:xfrm>
            <a:custGeom>
              <a:avLst/>
              <a:gdLst>
                <a:gd name="connsiteX0" fmla="*/ 355568 w 355568"/>
                <a:gd name="connsiteY0" fmla="*/ 177784 h 355568"/>
                <a:gd name="connsiteX1" fmla="*/ 177784 w 355568"/>
                <a:gd name="connsiteY1" fmla="*/ 355568 h 355568"/>
                <a:gd name="connsiteX2" fmla="*/ 0 w 355568"/>
                <a:gd name="connsiteY2" fmla="*/ 177784 h 355568"/>
                <a:gd name="connsiteX3" fmla="*/ 177784 w 355568"/>
                <a:gd name="connsiteY3" fmla="*/ 0 h 355568"/>
                <a:gd name="connsiteX4" fmla="*/ 355568 w 355568"/>
                <a:gd name="connsiteY4" fmla="*/ 177784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568" h="355568">
                  <a:moveTo>
                    <a:pt x="355568" y="177784"/>
                  </a:moveTo>
                  <a:cubicBezTo>
                    <a:pt x="355568" y="275972"/>
                    <a:pt x="275972" y="355568"/>
                    <a:pt x="177784" y="355568"/>
                  </a:cubicBezTo>
                  <a:cubicBezTo>
                    <a:pt x="79597" y="355568"/>
                    <a:pt x="0" y="275972"/>
                    <a:pt x="0" y="177784"/>
                  </a:cubicBezTo>
                  <a:cubicBezTo>
                    <a:pt x="0" y="79597"/>
                    <a:pt x="79597" y="0"/>
                    <a:pt x="177784" y="0"/>
                  </a:cubicBezTo>
                  <a:cubicBezTo>
                    <a:pt x="275972" y="0"/>
                    <a:pt x="355568" y="79597"/>
                    <a:pt x="355568" y="17778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8939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8D068B-9FA9-49D8-9E2D-2469802DD124}"/>
              </a:ext>
            </a:extLst>
          </p:cNvPr>
          <p:cNvGrpSpPr/>
          <p:nvPr userDrawn="1"/>
        </p:nvGrpSpPr>
        <p:grpSpPr>
          <a:xfrm>
            <a:off x="333594" y="4067880"/>
            <a:ext cx="1686342" cy="2363341"/>
            <a:chOff x="333594" y="4067880"/>
            <a:chExt cx="1686342" cy="236334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2122F4C-8422-44D9-83DE-DD553A6E4792}"/>
                </a:ext>
              </a:extLst>
            </p:cNvPr>
            <p:cNvSpPr/>
            <p:nvPr/>
          </p:nvSpPr>
          <p:spPr>
            <a:xfrm>
              <a:off x="333594" y="4909526"/>
              <a:ext cx="1669258" cy="1521695"/>
            </a:xfrm>
            <a:custGeom>
              <a:avLst/>
              <a:gdLst>
                <a:gd name="connsiteX0" fmla="*/ 16629 w 1669258"/>
                <a:gd name="connsiteY0" fmla="*/ 9368 h 1521695"/>
                <a:gd name="connsiteX1" fmla="*/ 0 w 1669258"/>
                <a:gd name="connsiteY1" fmla="*/ 1521695 h 1521695"/>
                <a:gd name="connsiteX2" fmla="*/ 310957 w 1669258"/>
                <a:gd name="connsiteY2" fmla="*/ 1326585 h 1521695"/>
                <a:gd name="connsiteX3" fmla="*/ 1669258 w 1669258"/>
                <a:gd name="connsiteY3" fmla="*/ 0 h 152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9258" h="1521695">
                  <a:moveTo>
                    <a:pt x="16629" y="9368"/>
                  </a:moveTo>
                  <a:lnTo>
                    <a:pt x="0" y="1521695"/>
                  </a:lnTo>
                  <a:cubicBezTo>
                    <a:pt x="121645" y="1509723"/>
                    <a:pt x="229643" y="1448906"/>
                    <a:pt x="310957" y="1326585"/>
                  </a:cubicBezTo>
                  <a:cubicBezTo>
                    <a:pt x="1000761" y="289772"/>
                    <a:pt x="1639881" y="783867"/>
                    <a:pt x="1669258" y="0"/>
                  </a:cubicBezTo>
                  <a:close/>
                </a:path>
              </a:pathLst>
            </a:custGeom>
            <a:solidFill>
              <a:schemeClr val="tx2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EB4D01-AD3A-4CAE-A850-FCD169B1428B}"/>
                </a:ext>
              </a:extLst>
            </p:cNvPr>
            <p:cNvSpPr/>
            <p:nvPr/>
          </p:nvSpPr>
          <p:spPr>
            <a:xfrm>
              <a:off x="1442653" y="4067880"/>
              <a:ext cx="577283" cy="577282"/>
            </a:xfrm>
            <a:custGeom>
              <a:avLst/>
              <a:gdLst>
                <a:gd name="connsiteX0" fmla="*/ 577283 w 577283"/>
                <a:gd name="connsiteY0" fmla="*/ 288641 h 577282"/>
                <a:gd name="connsiteX1" fmla="*/ 288642 w 577283"/>
                <a:gd name="connsiteY1" fmla="*/ 577283 h 577282"/>
                <a:gd name="connsiteX2" fmla="*/ 0 w 577283"/>
                <a:gd name="connsiteY2" fmla="*/ 288641 h 577282"/>
                <a:gd name="connsiteX3" fmla="*/ 288642 w 577283"/>
                <a:gd name="connsiteY3" fmla="*/ 0 h 577282"/>
                <a:gd name="connsiteX4" fmla="*/ 577283 w 577283"/>
                <a:gd name="connsiteY4" fmla="*/ 288641 h 577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83" h="577282">
                  <a:moveTo>
                    <a:pt x="577283" y="288641"/>
                  </a:moveTo>
                  <a:cubicBezTo>
                    <a:pt x="577283" y="448054"/>
                    <a:pt x="448054" y="577283"/>
                    <a:pt x="288642" y="577283"/>
                  </a:cubicBezTo>
                  <a:cubicBezTo>
                    <a:pt x="129229" y="577283"/>
                    <a:pt x="0" y="448054"/>
                    <a:pt x="0" y="288641"/>
                  </a:cubicBezTo>
                  <a:cubicBezTo>
                    <a:pt x="0" y="129229"/>
                    <a:pt x="129230" y="0"/>
                    <a:pt x="288642" y="0"/>
                  </a:cubicBezTo>
                  <a:cubicBezTo>
                    <a:pt x="448054" y="0"/>
                    <a:pt x="577283" y="129229"/>
                    <a:pt x="577283" y="288641"/>
                  </a:cubicBezTo>
                  <a:close/>
                </a:path>
              </a:pathLst>
            </a:custGeom>
            <a:solidFill>
              <a:schemeClr val="accent3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0496EA-417C-43FB-9C8D-2A18916FA270}"/>
                </a:ext>
              </a:extLst>
            </p:cNvPr>
            <p:cNvSpPr/>
            <p:nvPr/>
          </p:nvSpPr>
          <p:spPr>
            <a:xfrm>
              <a:off x="814260" y="4254365"/>
              <a:ext cx="861161" cy="652138"/>
            </a:xfrm>
            <a:custGeom>
              <a:avLst/>
              <a:gdLst>
                <a:gd name="connsiteX0" fmla="*/ 45910 w 861161"/>
                <a:gd name="connsiteY0" fmla="*/ 0 h 652138"/>
                <a:gd name="connsiteX1" fmla="*/ 861162 w 861161"/>
                <a:gd name="connsiteY1" fmla="*/ 397205 h 652138"/>
                <a:gd name="connsiteX2" fmla="*/ 254933 w 861161"/>
                <a:gd name="connsiteY2" fmla="*/ 606228 h 652138"/>
                <a:gd name="connsiteX3" fmla="*/ 45910 w 861161"/>
                <a:gd name="connsiteY3" fmla="*/ 0 h 65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161" h="652138">
                  <a:moveTo>
                    <a:pt x="45910" y="0"/>
                  </a:moveTo>
                  <a:lnTo>
                    <a:pt x="861162" y="397205"/>
                  </a:lnTo>
                  <a:cubicBezTo>
                    <a:pt x="751476" y="622330"/>
                    <a:pt x="480059" y="715913"/>
                    <a:pt x="254933" y="606228"/>
                  </a:cubicBezTo>
                  <a:cubicBezTo>
                    <a:pt x="29808" y="496543"/>
                    <a:pt x="-63775" y="225125"/>
                    <a:pt x="45910" y="0"/>
                  </a:cubicBezTo>
                  <a:close/>
                </a:path>
              </a:pathLst>
            </a:custGeom>
            <a:solidFill>
              <a:schemeClr val="accent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6221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F945394-4FD3-4BC5-A401-C559143233F4}"/>
              </a:ext>
            </a:extLst>
          </p:cNvPr>
          <p:cNvGrpSpPr/>
          <p:nvPr userDrawn="1"/>
        </p:nvGrpSpPr>
        <p:grpSpPr>
          <a:xfrm>
            <a:off x="750096" y="4386472"/>
            <a:ext cx="1396502" cy="1988277"/>
            <a:chOff x="750096" y="4386472"/>
            <a:chExt cx="1396502" cy="198827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A057C7-0C39-4B91-A1FD-6007F42348A2}"/>
                </a:ext>
              </a:extLst>
            </p:cNvPr>
            <p:cNvSpPr/>
            <p:nvPr/>
          </p:nvSpPr>
          <p:spPr>
            <a:xfrm>
              <a:off x="1050511" y="4386472"/>
              <a:ext cx="884111" cy="1988277"/>
            </a:xfrm>
            <a:custGeom>
              <a:avLst/>
              <a:gdLst>
                <a:gd name="connsiteX0" fmla="*/ 0 w 884111"/>
                <a:gd name="connsiteY0" fmla="*/ 0 h 1988277"/>
                <a:gd name="connsiteX1" fmla="*/ 884111 w 884111"/>
                <a:gd name="connsiteY1" fmla="*/ 0 h 1988277"/>
                <a:gd name="connsiteX2" fmla="*/ 884111 w 884111"/>
                <a:gd name="connsiteY2" fmla="*/ 1988277 h 1988277"/>
                <a:gd name="connsiteX3" fmla="*/ 0 w 884111"/>
                <a:gd name="connsiteY3" fmla="*/ 1988277 h 198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988277">
                  <a:moveTo>
                    <a:pt x="0" y="0"/>
                  </a:moveTo>
                  <a:lnTo>
                    <a:pt x="884111" y="0"/>
                  </a:lnTo>
                  <a:lnTo>
                    <a:pt x="884111" y="1988277"/>
                  </a:lnTo>
                  <a:lnTo>
                    <a:pt x="0" y="1988277"/>
                  </a:lnTo>
                  <a:close/>
                </a:path>
              </a:pathLst>
            </a:custGeom>
            <a:solidFill>
              <a:schemeClr val="accent3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B12E7A-54C1-4EC0-BB5E-BE2DED74C4A1}"/>
                </a:ext>
              </a:extLst>
            </p:cNvPr>
            <p:cNvSpPr/>
            <p:nvPr/>
          </p:nvSpPr>
          <p:spPr>
            <a:xfrm>
              <a:off x="750096" y="4636442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E69B03B-43F4-4F9B-9AB5-BA93510B9F19}"/>
                </a:ext>
              </a:extLst>
            </p:cNvPr>
            <p:cNvSpPr/>
            <p:nvPr/>
          </p:nvSpPr>
          <p:spPr>
            <a:xfrm>
              <a:off x="750096" y="4889903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C5F190-35A1-4A4A-828B-1E00396A0EEE}"/>
                </a:ext>
              </a:extLst>
            </p:cNvPr>
            <p:cNvSpPr/>
            <p:nvPr/>
          </p:nvSpPr>
          <p:spPr>
            <a:xfrm>
              <a:off x="803792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6D7761-0AD4-4E15-8606-8DED94365480}"/>
                </a:ext>
              </a:extLst>
            </p:cNvPr>
            <p:cNvSpPr/>
            <p:nvPr/>
          </p:nvSpPr>
          <p:spPr>
            <a:xfrm>
              <a:off x="1526885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0085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C8FE81-5735-42BA-87F1-DA163126BB78}"/>
              </a:ext>
            </a:extLst>
          </p:cNvPr>
          <p:cNvGrpSpPr/>
          <p:nvPr userDrawn="1"/>
        </p:nvGrpSpPr>
        <p:grpSpPr>
          <a:xfrm>
            <a:off x="839788" y="631216"/>
            <a:ext cx="2237431" cy="2735899"/>
            <a:chOff x="865822" y="550830"/>
            <a:chExt cx="2656398" cy="32482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6986C9B-4CCE-42FF-8AAD-5457295EC0C5}"/>
                </a:ext>
              </a:extLst>
            </p:cNvPr>
            <p:cNvSpPr/>
            <p:nvPr/>
          </p:nvSpPr>
          <p:spPr>
            <a:xfrm>
              <a:off x="865822" y="2225582"/>
              <a:ext cx="1157097" cy="1167831"/>
            </a:xfrm>
            <a:custGeom>
              <a:avLst/>
              <a:gdLst>
                <a:gd name="connsiteX0" fmla="*/ 0 w 1157097"/>
                <a:gd name="connsiteY0" fmla="*/ 0 h 1167831"/>
                <a:gd name="connsiteX1" fmla="*/ 437807 w 1157097"/>
                <a:gd name="connsiteY1" fmla="*/ 345291 h 1167831"/>
                <a:gd name="connsiteX2" fmla="*/ 1035272 w 1157097"/>
                <a:gd name="connsiteY2" fmla="*/ 1038092 h 1167831"/>
                <a:gd name="connsiteX3" fmla="*/ 1157097 w 1157097"/>
                <a:gd name="connsiteY3" fmla="*/ 1167832 h 1167831"/>
                <a:gd name="connsiteX4" fmla="*/ 0 w 1157097"/>
                <a:gd name="connsiteY4" fmla="*/ 1167832 h 116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097" h="1167831">
                  <a:moveTo>
                    <a:pt x="0" y="0"/>
                  </a:moveTo>
                  <a:cubicBezTo>
                    <a:pt x="224971" y="17688"/>
                    <a:pt x="331661" y="102013"/>
                    <a:pt x="437807" y="345291"/>
                  </a:cubicBezTo>
                  <a:cubicBezTo>
                    <a:pt x="569490" y="643852"/>
                    <a:pt x="742522" y="844620"/>
                    <a:pt x="1035272" y="1038092"/>
                  </a:cubicBezTo>
                  <a:cubicBezTo>
                    <a:pt x="1085425" y="1071268"/>
                    <a:pt x="1127140" y="1115693"/>
                    <a:pt x="1157097" y="1167832"/>
                  </a:cubicBezTo>
                  <a:lnTo>
                    <a:pt x="0" y="1167832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BA8051A-286F-4DC0-9033-2F6ED3BD30AB}"/>
                </a:ext>
              </a:extLst>
            </p:cNvPr>
            <p:cNvSpPr/>
            <p:nvPr/>
          </p:nvSpPr>
          <p:spPr>
            <a:xfrm>
              <a:off x="1764639" y="2631214"/>
              <a:ext cx="1157106" cy="1167822"/>
            </a:xfrm>
            <a:custGeom>
              <a:avLst/>
              <a:gdLst>
                <a:gd name="connsiteX0" fmla="*/ 1157107 w 1157106"/>
                <a:gd name="connsiteY0" fmla="*/ 1167822 h 1167822"/>
                <a:gd name="connsiteX1" fmla="*/ 719300 w 1157106"/>
                <a:gd name="connsiteY1" fmla="*/ 822532 h 1167822"/>
                <a:gd name="connsiteX2" fmla="*/ 121825 w 1157106"/>
                <a:gd name="connsiteY2" fmla="*/ 129740 h 1167822"/>
                <a:gd name="connsiteX3" fmla="*/ 0 w 1157106"/>
                <a:gd name="connsiteY3" fmla="*/ 0 h 1167822"/>
                <a:gd name="connsiteX4" fmla="*/ 1157107 w 1157106"/>
                <a:gd name="connsiteY4" fmla="*/ 0 h 11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106" h="1167822">
                  <a:moveTo>
                    <a:pt x="1157107" y="1167822"/>
                  </a:moveTo>
                  <a:cubicBezTo>
                    <a:pt x="932126" y="1150134"/>
                    <a:pt x="825437" y="1065809"/>
                    <a:pt x="719300" y="822532"/>
                  </a:cubicBezTo>
                  <a:cubicBezTo>
                    <a:pt x="587616" y="523970"/>
                    <a:pt x="414576" y="323202"/>
                    <a:pt x="121825" y="129740"/>
                  </a:cubicBezTo>
                  <a:cubicBezTo>
                    <a:pt x="71673" y="96564"/>
                    <a:pt x="29957" y="52139"/>
                    <a:pt x="0" y="0"/>
                  </a:cubicBezTo>
                  <a:lnTo>
                    <a:pt x="115710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4592F1-4806-4F5E-839B-30E40F378EB4}"/>
                </a:ext>
              </a:extLst>
            </p:cNvPr>
            <p:cNvSpPr/>
            <p:nvPr/>
          </p:nvSpPr>
          <p:spPr>
            <a:xfrm>
              <a:off x="2321261" y="2215353"/>
              <a:ext cx="1200959" cy="598093"/>
            </a:xfrm>
            <a:custGeom>
              <a:avLst/>
              <a:gdLst>
                <a:gd name="connsiteX0" fmla="*/ 1200960 w 1200959"/>
                <a:gd name="connsiteY0" fmla="*/ 598093 h 598093"/>
                <a:gd name="connsiteX1" fmla="*/ 598088 w 1200959"/>
                <a:gd name="connsiteY1" fmla="*/ 5 h 598093"/>
                <a:gd name="connsiteX2" fmla="*/ 0 w 1200959"/>
                <a:gd name="connsiteY2" fmla="*/ 598093 h 59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0959" h="598093">
                  <a:moveTo>
                    <a:pt x="1200960" y="598093"/>
                  </a:moveTo>
                  <a:cubicBezTo>
                    <a:pt x="1199639" y="266457"/>
                    <a:pt x="929724" y="-1316"/>
                    <a:pt x="598088" y="5"/>
                  </a:cubicBezTo>
                  <a:cubicBezTo>
                    <a:pt x="268319" y="1318"/>
                    <a:pt x="1313" y="268324"/>
                    <a:pt x="0" y="5980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829615-7555-44DF-B735-CC693C28B9C4}"/>
                </a:ext>
              </a:extLst>
            </p:cNvPr>
            <p:cNvSpPr/>
            <p:nvPr/>
          </p:nvSpPr>
          <p:spPr>
            <a:xfrm>
              <a:off x="1444380" y="1296332"/>
              <a:ext cx="654634" cy="566928"/>
            </a:xfrm>
            <a:custGeom>
              <a:avLst/>
              <a:gdLst>
                <a:gd name="connsiteX0" fmla="*/ 327317 w 654634"/>
                <a:gd name="connsiteY0" fmla="*/ 0 h 566928"/>
                <a:gd name="connsiteX1" fmla="*/ 490976 w 654634"/>
                <a:gd name="connsiteY1" fmla="*/ 283464 h 566928"/>
                <a:gd name="connsiteX2" fmla="*/ 654634 w 654634"/>
                <a:gd name="connsiteY2" fmla="*/ 566928 h 566928"/>
                <a:gd name="connsiteX3" fmla="*/ 327317 w 654634"/>
                <a:gd name="connsiteY3" fmla="*/ 566928 h 566928"/>
                <a:gd name="connsiteX4" fmla="*/ 0 w 654634"/>
                <a:gd name="connsiteY4" fmla="*/ 566928 h 566928"/>
                <a:gd name="connsiteX5" fmla="*/ 163659 w 654634"/>
                <a:gd name="connsiteY5" fmla="*/ 283464 h 566928"/>
                <a:gd name="connsiteX6" fmla="*/ 327317 w 65463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C247127-CEBA-4B34-A9C2-62C7E64DE2A7}"/>
                </a:ext>
              </a:extLst>
            </p:cNvPr>
            <p:cNvSpPr/>
            <p:nvPr/>
          </p:nvSpPr>
          <p:spPr>
            <a:xfrm>
              <a:off x="2422359" y="550830"/>
              <a:ext cx="654634" cy="566927"/>
            </a:xfrm>
            <a:custGeom>
              <a:avLst/>
              <a:gdLst>
                <a:gd name="connsiteX0" fmla="*/ 327317 w 654634"/>
                <a:gd name="connsiteY0" fmla="*/ 0 h 566927"/>
                <a:gd name="connsiteX1" fmla="*/ 490976 w 654634"/>
                <a:gd name="connsiteY1" fmla="*/ 283464 h 566927"/>
                <a:gd name="connsiteX2" fmla="*/ 654634 w 654634"/>
                <a:gd name="connsiteY2" fmla="*/ 566928 h 566927"/>
                <a:gd name="connsiteX3" fmla="*/ 327317 w 654634"/>
                <a:gd name="connsiteY3" fmla="*/ 566928 h 566927"/>
                <a:gd name="connsiteX4" fmla="*/ 0 w 654634"/>
                <a:gd name="connsiteY4" fmla="*/ 566928 h 566927"/>
                <a:gd name="connsiteX5" fmla="*/ 163658 w 654634"/>
                <a:gd name="connsiteY5" fmla="*/ 283464 h 566927"/>
                <a:gd name="connsiteX6" fmla="*/ 327317 w 654634"/>
                <a:gd name="connsiteY6" fmla="*/ 0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7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8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C5B8255-CCD1-4D86-B5C7-1A8B9D2466FF}"/>
                </a:ext>
              </a:extLst>
            </p:cNvPr>
            <p:cNvSpPr/>
            <p:nvPr/>
          </p:nvSpPr>
          <p:spPr>
            <a:xfrm>
              <a:off x="2749676" y="834294"/>
              <a:ext cx="654624" cy="566928"/>
            </a:xfrm>
            <a:custGeom>
              <a:avLst/>
              <a:gdLst>
                <a:gd name="connsiteX0" fmla="*/ 327317 w 654624"/>
                <a:gd name="connsiteY0" fmla="*/ 0 h 566928"/>
                <a:gd name="connsiteX1" fmla="*/ 490976 w 654624"/>
                <a:gd name="connsiteY1" fmla="*/ 283464 h 566928"/>
                <a:gd name="connsiteX2" fmla="*/ 654625 w 654624"/>
                <a:gd name="connsiteY2" fmla="*/ 566928 h 566928"/>
                <a:gd name="connsiteX3" fmla="*/ 327317 w 654624"/>
                <a:gd name="connsiteY3" fmla="*/ 566928 h 566928"/>
                <a:gd name="connsiteX4" fmla="*/ 0 w 654624"/>
                <a:gd name="connsiteY4" fmla="*/ 566928 h 566928"/>
                <a:gd name="connsiteX5" fmla="*/ 163659 w 654624"/>
                <a:gd name="connsiteY5" fmla="*/ 283464 h 566928"/>
                <a:gd name="connsiteX6" fmla="*/ 327317 w 65462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2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25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406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8723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1341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2.xml"/><Relationship Id="rId2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5D7184-0BEB-43CD-BE6F-C413484FFC22}"/>
              </a:ext>
            </a:extLst>
          </p:cNvPr>
          <p:cNvSpPr/>
          <p:nvPr/>
        </p:nvSpPr>
        <p:spPr>
          <a:xfrm rot="16200000">
            <a:off x="11933047" y="358624"/>
            <a:ext cx="6401" cy="1217"/>
          </a:xfrm>
          <a:custGeom>
            <a:avLst/>
            <a:gdLst>
              <a:gd name="connsiteX0" fmla="*/ 6401 w 6401"/>
              <a:gd name="connsiteY0" fmla="*/ 1218 h 1217"/>
              <a:gd name="connsiteX1" fmla="*/ 0 w 6401"/>
              <a:gd name="connsiteY1" fmla="*/ 0 h 1217"/>
              <a:gd name="connsiteX2" fmla="*/ 6401 w 6401"/>
              <a:gd name="connsiteY2" fmla="*/ 1218 h 1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01" h="1217">
                <a:moveTo>
                  <a:pt x="6401" y="1218"/>
                </a:moveTo>
                <a:cubicBezTo>
                  <a:pt x="4320" y="575"/>
                  <a:pt x="2172" y="166"/>
                  <a:pt x="0" y="0"/>
                </a:cubicBezTo>
                <a:cubicBezTo>
                  <a:pt x="2177" y="131"/>
                  <a:pt x="4328" y="540"/>
                  <a:pt x="6401" y="1218"/>
                </a:cubicBezTo>
                <a:close/>
              </a:path>
            </a:pathLst>
          </a:custGeom>
          <a:solidFill>
            <a:srgbClr val="11133C">
              <a:alpha val="55000"/>
            </a:srgbClr>
          </a:solidFill>
          <a:ln w="264" cap="flat">
            <a:noFill/>
            <a:prstDash val="solid"/>
            <a:miter/>
          </a:ln>
        </p:spPr>
        <p:txBody>
          <a:bodyPr rtlCol="0" anchor="ctr"/>
          <a:lstStyle/>
          <a:p>
            <a:endParaRPr lang="nb-NO" noProof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39CE61-C786-4C3B-A697-6BF51CA7E57B}"/>
              </a:ext>
            </a:extLst>
          </p:cNvPr>
          <p:cNvGrpSpPr/>
          <p:nvPr userDrawn="1"/>
        </p:nvGrpSpPr>
        <p:grpSpPr>
          <a:xfrm>
            <a:off x="11870514" y="244569"/>
            <a:ext cx="151518" cy="609202"/>
            <a:chOff x="11870514" y="244569"/>
            <a:chExt cx="151518" cy="609202"/>
          </a:xfrm>
          <a:solidFill>
            <a:schemeClr val="bg2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DDF71CE-A61C-4C1F-BD9F-ECE9E194A253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 noProof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2535C0-4705-4AD0-8E1C-3597C4727ED2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 noProof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89EA2-F8DD-4E46-A5E8-853F0C99A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97088"/>
            <a:ext cx="10512425" cy="41036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640073E-9FC2-E643-A841-E98A5CAF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28663"/>
            <a:ext cx="10512425" cy="1183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B6F7A2-99CB-458D-821B-234EC5F56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00775"/>
            <a:ext cx="5257800" cy="3943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noProof="0"/>
              <a:t>Bouvet presentasjonsmal Oktober 2021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17C70E-FBD8-445A-A26D-A26FB5210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8940" y="6200776"/>
            <a:ext cx="784860" cy="3943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303093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4" r:id="rId22"/>
    <p:sldLayoutId id="2147483895" r:id="rId23"/>
    <p:sldLayoutId id="2147483896" r:id="rId24"/>
    <p:sldLayoutId id="2147483897" r:id="rId25"/>
    <p:sldLayoutId id="2147483898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1pPr>
      <a:lvl2pPr marL="536575" indent="-269875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2pPr>
      <a:lvl3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3pPr>
      <a:lvl4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4pPr>
      <a:lvl5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orient="horz" pos="1321" userDrawn="1">
          <p15:clr>
            <a:srgbClr val="F26B43"/>
          </p15:clr>
        </p15:guide>
        <p15:guide id="4" orient="horz" pos="459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5D7184-0BEB-43CD-BE6F-C413484FFC22}"/>
              </a:ext>
            </a:extLst>
          </p:cNvPr>
          <p:cNvSpPr/>
          <p:nvPr/>
        </p:nvSpPr>
        <p:spPr>
          <a:xfrm rot="16200000">
            <a:off x="11933047" y="358624"/>
            <a:ext cx="6401" cy="1217"/>
          </a:xfrm>
          <a:custGeom>
            <a:avLst/>
            <a:gdLst>
              <a:gd name="connsiteX0" fmla="*/ 6401 w 6401"/>
              <a:gd name="connsiteY0" fmla="*/ 1218 h 1217"/>
              <a:gd name="connsiteX1" fmla="*/ 0 w 6401"/>
              <a:gd name="connsiteY1" fmla="*/ 0 h 1217"/>
              <a:gd name="connsiteX2" fmla="*/ 6401 w 6401"/>
              <a:gd name="connsiteY2" fmla="*/ 1218 h 1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01" h="1217">
                <a:moveTo>
                  <a:pt x="6401" y="1218"/>
                </a:moveTo>
                <a:cubicBezTo>
                  <a:pt x="4320" y="575"/>
                  <a:pt x="2172" y="166"/>
                  <a:pt x="0" y="0"/>
                </a:cubicBezTo>
                <a:cubicBezTo>
                  <a:pt x="2177" y="131"/>
                  <a:pt x="4328" y="540"/>
                  <a:pt x="6401" y="1218"/>
                </a:cubicBezTo>
                <a:close/>
              </a:path>
            </a:pathLst>
          </a:custGeom>
          <a:solidFill>
            <a:srgbClr val="11133C">
              <a:alpha val="55000"/>
            </a:srgbClr>
          </a:solidFill>
          <a:ln w="264" cap="flat">
            <a:noFill/>
            <a:prstDash val="solid"/>
            <a:miter/>
          </a:ln>
        </p:spPr>
        <p:txBody>
          <a:bodyPr rtlCol="0" anchor="ctr"/>
          <a:lstStyle/>
          <a:p>
            <a:endParaRPr lang="nb-NO" noProof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39CE61-C786-4C3B-A697-6BF51CA7E57B}"/>
              </a:ext>
            </a:extLst>
          </p:cNvPr>
          <p:cNvGrpSpPr/>
          <p:nvPr userDrawn="1"/>
        </p:nvGrpSpPr>
        <p:grpSpPr>
          <a:xfrm>
            <a:off x="11870514" y="244569"/>
            <a:ext cx="151518" cy="609202"/>
            <a:chOff x="11870514" y="244569"/>
            <a:chExt cx="151518" cy="60920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DDF71CE-A61C-4C1F-BD9F-ECE9E194A253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2535C0-4705-4AD0-8E1C-3597C4727ED2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89EA2-F8DD-4E46-A5E8-853F0C99A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97088"/>
            <a:ext cx="10512425" cy="41036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640073E-9FC2-E643-A841-E98A5CAF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28663"/>
            <a:ext cx="10512425" cy="1183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17C70E-FBD8-445A-A26D-A26FB5210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8940" y="6200776"/>
            <a:ext cx="784860" cy="3943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22052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7" r:id="rId2"/>
    <p:sldLayoutId id="2147483822" r:id="rId3"/>
    <p:sldLayoutId id="2147483831" r:id="rId4"/>
    <p:sldLayoutId id="2147483832" r:id="rId5"/>
    <p:sldLayoutId id="2147483830" r:id="rId6"/>
    <p:sldLayoutId id="2147483771" r:id="rId7"/>
    <p:sldLayoutId id="2147483778" r:id="rId8"/>
    <p:sldLayoutId id="2147483773" r:id="rId9"/>
    <p:sldLayoutId id="2147483774" r:id="rId10"/>
    <p:sldLayoutId id="2147483776" r:id="rId11"/>
    <p:sldLayoutId id="2147483777" r:id="rId12"/>
    <p:sldLayoutId id="2147483826" r:id="rId13"/>
    <p:sldLayoutId id="2147483834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28" r:id="rId25"/>
    <p:sldLayoutId id="2147483829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1pPr>
      <a:lvl2pPr marL="536575" indent="-269875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2pPr>
      <a:lvl3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3pPr>
      <a:lvl4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4pPr>
      <a:lvl5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orient="horz" pos="1321" userDrawn="1">
          <p15:clr>
            <a:srgbClr val="F26B43"/>
          </p15:clr>
        </p15:guide>
        <p15:guide id="4" orient="horz" pos="459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5D7184-0BEB-43CD-BE6F-C413484FFC22}"/>
              </a:ext>
            </a:extLst>
          </p:cNvPr>
          <p:cNvSpPr/>
          <p:nvPr/>
        </p:nvSpPr>
        <p:spPr>
          <a:xfrm rot="16200000">
            <a:off x="11933047" y="358624"/>
            <a:ext cx="6401" cy="1217"/>
          </a:xfrm>
          <a:custGeom>
            <a:avLst/>
            <a:gdLst>
              <a:gd name="connsiteX0" fmla="*/ 6401 w 6401"/>
              <a:gd name="connsiteY0" fmla="*/ 1218 h 1217"/>
              <a:gd name="connsiteX1" fmla="*/ 0 w 6401"/>
              <a:gd name="connsiteY1" fmla="*/ 0 h 1217"/>
              <a:gd name="connsiteX2" fmla="*/ 6401 w 6401"/>
              <a:gd name="connsiteY2" fmla="*/ 1218 h 1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01" h="1217">
                <a:moveTo>
                  <a:pt x="6401" y="1218"/>
                </a:moveTo>
                <a:cubicBezTo>
                  <a:pt x="4320" y="575"/>
                  <a:pt x="2172" y="166"/>
                  <a:pt x="0" y="0"/>
                </a:cubicBezTo>
                <a:cubicBezTo>
                  <a:pt x="2177" y="131"/>
                  <a:pt x="4328" y="540"/>
                  <a:pt x="6401" y="1218"/>
                </a:cubicBezTo>
                <a:close/>
              </a:path>
            </a:pathLst>
          </a:custGeom>
          <a:solidFill>
            <a:srgbClr val="11133C">
              <a:alpha val="55000"/>
            </a:srgbClr>
          </a:solidFill>
          <a:ln w="2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39CE61-C786-4C3B-A697-6BF51CA7E57B}"/>
              </a:ext>
            </a:extLst>
          </p:cNvPr>
          <p:cNvGrpSpPr/>
          <p:nvPr userDrawn="1"/>
        </p:nvGrpSpPr>
        <p:grpSpPr>
          <a:xfrm>
            <a:off x="11870514" y="244569"/>
            <a:ext cx="151518" cy="609202"/>
            <a:chOff x="11870514" y="244569"/>
            <a:chExt cx="151518" cy="60920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DDF71CE-A61C-4C1F-BD9F-ECE9E194A253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2535C0-4705-4AD0-8E1C-3597C4727ED2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89EA2-F8DD-4E46-A5E8-853F0C99A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97088"/>
            <a:ext cx="10512425" cy="41036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640073E-9FC2-E643-A841-E98A5CAF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28663"/>
            <a:ext cx="10512425" cy="1183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17C70E-FBD8-445A-A26D-A26FB5210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8940" y="6200776"/>
            <a:ext cx="784860" cy="3943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75585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  <p:sldLayoutId id="2147483863" r:id="rId18"/>
    <p:sldLayoutId id="2147483864" r:id="rId19"/>
    <p:sldLayoutId id="2147483865" r:id="rId20"/>
    <p:sldLayoutId id="2147483866" r:id="rId21"/>
    <p:sldLayoutId id="2147483867" r:id="rId22"/>
    <p:sldLayoutId id="2147483868" r:id="rId23"/>
    <p:sldLayoutId id="2147483869" r:id="rId24"/>
    <p:sldLayoutId id="2147483870" r:id="rId25"/>
    <p:sldLayoutId id="2147483871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1pPr>
      <a:lvl2pPr marL="536575" indent="-269875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2pPr>
      <a:lvl3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3pPr>
      <a:lvl4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4pPr>
      <a:lvl5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orient="horz" pos="1321" userDrawn="1">
          <p15:clr>
            <a:srgbClr val="F26B43"/>
          </p15:clr>
        </p15:guide>
        <p15:guide id="4" orient="horz" pos="459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Trenger vi datasentre? Ja. Men hvor mye?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Digitalisering og kunstig intelligens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Lars Erik Finholt, Bouvet  ·  Klimacafé i Skien, 15.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Én maskin og 20 utviklere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En faktisk måling som utgangspunkt</a:t>
            </a:r>
          </a:p>
        </p:txBody>
      </p:sp>
      <p:sp>
        <p:nvSpPr>
          <p:cNvPr id="4" name="Serverkort"/>
          <p:cNvSpPr/>
          <p:nvPr/>
        </p:nvSpPr>
        <p:spPr>
          <a:xfrm>
            <a:off x="841248" y="233172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F9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kon: KI-server" descr="Ikon: KI-ser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269748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1605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1133C"/>
                </a:solidFill>
              </a:rPr>
              <a:t>1 KI-server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200400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÷</a:t>
            </a:r>
          </a:p>
        </p:txBody>
      </p:sp>
      <p:pic>
        <p:nvPicPr>
          <p:cNvPr id="8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2377440"/>
            <a:ext cx="384048" cy="384048"/>
          </a:xfrm>
          <a:prstGeom prst="rect">
            <a:avLst/>
          </a:prstGeom>
        </p:spPr>
      </p:pic>
      <p:pic>
        <p:nvPicPr>
          <p:cNvPr id="9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377440"/>
            <a:ext cx="384048" cy="384048"/>
          </a:xfrm>
          <a:prstGeom prst="rect">
            <a:avLst/>
          </a:prstGeom>
        </p:spPr>
      </p:pic>
      <p:pic>
        <p:nvPicPr>
          <p:cNvPr id="10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377440"/>
            <a:ext cx="384048" cy="384048"/>
          </a:xfrm>
          <a:prstGeom prst="rect">
            <a:avLst/>
          </a:prstGeom>
        </p:spPr>
      </p:pic>
      <p:pic>
        <p:nvPicPr>
          <p:cNvPr id="11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1" y="2377440"/>
            <a:ext cx="384048" cy="384048"/>
          </a:xfrm>
          <a:prstGeom prst="rect">
            <a:avLst/>
          </a:prstGeom>
        </p:spPr>
      </p:pic>
      <p:pic>
        <p:nvPicPr>
          <p:cNvPr id="12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2377440"/>
            <a:ext cx="384048" cy="384048"/>
          </a:xfrm>
          <a:prstGeom prst="rect">
            <a:avLst/>
          </a:prstGeom>
        </p:spPr>
      </p:pic>
      <p:pic>
        <p:nvPicPr>
          <p:cNvPr id="13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2889504"/>
            <a:ext cx="384048" cy="384048"/>
          </a:xfrm>
          <a:prstGeom prst="rect">
            <a:avLst/>
          </a:prstGeom>
        </p:spPr>
      </p:pic>
      <p:pic>
        <p:nvPicPr>
          <p:cNvPr id="14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889504"/>
            <a:ext cx="384048" cy="384048"/>
          </a:xfrm>
          <a:prstGeom prst="rect">
            <a:avLst/>
          </a:prstGeom>
        </p:spPr>
      </p:pic>
      <p:pic>
        <p:nvPicPr>
          <p:cNvPr id="15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889504"/>
            <a:ext cx="384048" cy="384048"/>
          </a:xfrm>
          <a:prstGeom prst="rect">
            <a:avLst/>
          </a:prstGeom>
        </p:spPr>
      </p:pic>
      <p:pic>
        <p:nvPicPr>
          <p:cNvPr id="16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1" y="2889504"/>
            <a:ext cx="384048" cy="384048"/>
          </a:xfrm>
          <a:prstGeom prst="rect">
            <a:avLst/>
          </a:prstGeom>
        </p:spPr>
      </p:pic>
      <p:pic>
        <p:nvPicPr>
          <p:cNvPr id="17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2889504"/>
            <a:ext cx="384048" cy="384048"/>
          </a:xfrm>
          <a:prstGeom prst="rect">
            <a:avLst/>
          </a:prstGeom>
        </p:spPr>
      </p:pic>
      <p:pic>
        <p:nvPicPr>
          <p:cNvPr id="18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3401568"/>
            <a:ext cx="384048" cy="384048"/>
          </a:xfrm>
          <a:prstGeom prst="rect">
            <a:avLst/>
          </a:prstGeom>
        </p:spPr>
      </p:pic>
      <p:pic>
        <p:nvPicPr>
          <p:cNvPr id="19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3401568"/>
            <a:ext cx="384048" cy="384048"/>
          </a:xfrm>
          <a:prstGeom prst="rect">
            <a:avLst/>
          </a:prstGeom>
        </p:spPr>
      </p:pic>
      <p:pic>
        <p:nvPicPr>
          <p:cNvPr id="20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3401568"/>
            <a:ext cx="384048" cy="384048"/>
          </a:xfrm>
          <a:prstGeom prst="rect">
            <a:avLst/>
          </a:prstGeom>
        </p:spPr>
      </p:pic>
      <p:pic>
        <p:nvPicPr>
          <p:cNvPr id="21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1" y="3401568"/>
            <a:ext cx="384048" cy="384048"/>
          </a:xfrm>
          <a:prstGeom prst="rect">
            <a:avLst/>
          </a:prstGeom>
        </p:spPr>
      </p:pic>
      <p:pic>
        <p:nvPicPr>
          <p:cNvPr id="22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3401568"/>
            <a:ext cx="384048" cy="384048"/>
          </a:xfrm>
          <a:prstGeom prst="rect">
            <a:avLst/>
          </a:prstGeom>
        </p:spPr>
      </p:pic>
      <p:pic>
        <p:nvPicPr>
          <p:cNvPr id="23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3913632"/>
            <a:ext cx="384048" cy="384048"/>
          </a:xfrm>
          <a:prstGeom prst="rect">
            <a:avLst/>
          </a:prstGeom>
        </p:spPr>
      </p:pic>
      <p:pic>
        <p:nvPicPr>
          <p:cNvPr id="24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3913632"/>
            <a:ext cx="384048" cy="384048"/>
          </a:xfrm>
          <a:prstGeom prst="rect">
            <a:avLst/>
          </a:prstGeom>
        </p:spPr>
      </p:pic>
      <p:pic>
        <p:nvPicPr>
          <p:cNvPr id="25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3913632"/>
            <a:ext cx="384048" cy="384048"/>
          </a:xfrm>
          <a:prstGeom prst="rect">
            <a:avLst/>
          </a:prstGeom>
        </p:spPr>
      </p:pic>
      <p:pic>
        <p:nvPicPr>
          <p:cNvPr id="26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1" y="3913632"/>
            <a:ext cx="384048" cy="384048"/>
          </a:xfrm>
          <a:prstGeom prst="rect">
            <a:avLst/>
          </a:prstGeom>
        </p:spPr>
      </p:pic>
      <p:pic>
        <p:nvPicPr>
          <p:cNvPr id="27" name="Ikon: utvikler" descr="Ikon: utvik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3913632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977639" y="45262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20 utviklere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33172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4 400 W ÷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971800"/>
            <a:ext cx="4389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78FE9C"/>
                </a:solidFill>
              </a:rPr>
              <a:t>220 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148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per utvikler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3D5E1"/>
                </a:solidFill>
              </a:rPr>
              <a:t>KI-kortene alene. Øvrig serverforbruk og kjøling kommer i tillegg.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Trenger en gartner like mye KI?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Alle kan ha nytte av KI, men ikke alle trenger like mye datakraft</a:t>
            </a:r>
          </a:p>
        </p:txBody>
      </p:sp>
      <p:sp>
        <p:nvSpPr>
          <p:cNvPr id="4" name="Bildefelt Utvikler"/>
          <p:cNvSpPr/>
          <p:nvPr/>
        </p:nvSpPr>
        <p:spPr>
          <a:xfrm>
            <a:off x="841248" y="2240280"/>
            <a:ext cx="3200400" cy="2743200"/>
          </a:xfrm>
          <a:prstGeom prst="roundRect">
            <a:avLst>
              <a:gd name="adj" fmla="val 6000"/>
            </a:avLst>
          </a:prstGeom>
          <a:solidFill>
            <a:srgbClr val="F9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kon: Utvikler" descr="Ikon: Utvik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7" y="283464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166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Utvikler</a:t>
            </a:r>
          </a:p>
        </p:txBody>
      </p:sp>
      <p:sp>
        <p:nvSpPr>
          <p:cNvPr id="7" name="Bildefelt Gartner"/>
          <p:cNvSpPr/>
          <p:nvPr/>
        </p:nvSpPr>
        <p:spPr>
          <a:xfrm>
            <a:off x="4498848" y="2240280"/>
            <a:ext cx="3200400" cy="2743200"/>
          </a:xfrm>
          <a:prstGeom prst="roundRect">
            <a:avLst>
              <a:gd name="adj" fmla="val 6000"/>
            </a:avLst>
          </a:prstGeom>
          <a:solidFill>
            <a:srgbClr val="F9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kon: Gartner" descr="Ikon: Gart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834640"/>
            <a:ext cx="155448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98848" y="5166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Gartner</a:t>
            </a:r>
          </a:p>
        </p:txBody>
      </p:sp>
      <p:sp>
        <p:nvSpPr>
          <p:cNvPr id="10" name="Bildefelt Barnehagelærer"/>
          <p:cNvSpPr/>
          <p:nvPr/>
        </p:nvSpPr>
        <p:spPr>
          <a:xfrm>
            <a:off x="8156448" y="2240280"/>
            <a:ext cx="3200400" cy="2743200"/>
          </a:xfrm>
          <a:prstGeom prst="roundRect">
            <a:avLst>
              <a:gd name="adj" fmla="val 6000"/>
            </a:avLst>
          </a:prstGeom>
          <a:solidFill>
            <a:srgbClr val="F9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kon: Barnehagelærer" descr="Ikon: Barnehagelær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2834640"/>
            <a:ext cx="155448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56448" y="5166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Barnehagelærer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 blir det for hele norsk arbeidsliv?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Effekt i megawatt (MW), samme skala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2194560"/>
            <a:ext cx="0" cy="3429000"/>
          </a:xfrm>
          <a:prstGeom prst="line">
            <a:avLst/>
          </a:prstGeom>
          <a:ln>
            <a:solidFill>
              <a:srgbClr val="C3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øyle 300 MW"/>
          <p:cNvSpPr/>
          <p:nvPr/>
        </p:nvSpPr>
        <p:spPr>
          <a:xfrm>
            <a:off x="841248" y="2377440"/>
            <a:ext cx="783771" cy="777240"/>
          </a:xfrm>
          <a:prstGeom prst="rect">
            <a:avLst/>
          </a:prstGeom>
          <a:solidFill>
            <a:srgbClr val="78F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ll 300 MW"/>
          <p:cNvSpPr txBox="1"/>
          <p:nvPr/>
        </p:nvSpPr>
        <p:spPr>
          <a:xfrm>
            <a:off x="1853619" y="2377440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78FE9C"/>
                </a:solidFill>
              </a:rPr>
              <a:t>300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Anslått KI-behov i norsk arbeidsliv (GPU-effekt når arbeidslivet er aktivt)</a:t>
            </a:r>
          </a:p>
        </p:txBody>
      </p:sp>
      <p:grpSp>
        <p:nvGrpSpPr>
          <p:cNvPr id="8" name="Reservert kapasitet"/>
          <p:cNvGrpSpPr/>
          <p:nvPr/>
        </p:nvGrpSpPr>
        <p:grpSpPr>
          <a:xfrm>
            <a:off x="841248" y="3977639"/>
            <a:ext cx="9326880" cy="1234441"/>
            <a:chOff x="841248" y="3977639"/>
            <a:chExt cx="9326880" cy="1234441"/>
          </a:xfrm>
        </p:grpSpPr>
        <p:sp>
          <p:nvSpPr>
            <p:cNvPr id="9" name="Rectangle 8"/>
            <p:cNvSpPr/>
            <p:nvPr/>
          </p:nvSpPr>
          <p:spPr>
            <a:xfrm>
              <a:off x="841248" y="3977639"/>
              <a:ext cx="9144000" cy="777240"/>
            </a:xfrm>
            <a:prstGeom prst="rect">
              <a:avLst/>
            </a:prstGeom>
            <a:solidFill>
              <a:srgbClr val="F9A8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41248" y="3977639"/>
              <a:ext cx="8869680" cy="777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4000" b="1">
                  <a:solidFill>
                    <a:srgbClr val="11133C"/>
                  </a:solidFill>
                </a:rPr>
                <a:t>3 500 MW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24128" y="4846320"/>
              <a:ext cx="9144000" cy="365760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r>
                <a:rPr sz="1600">
                  <a:solidFill>
                    <a:srgbClr val="FFFFFF"/>
                  </a:solidFill>
                </a:rPr>
                <a:t>Reservert nettkapasitet til nye datasentre, per mars 2026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41248" y="580644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3D5E1"/>
                </a:solidFill>
              </a:rPr>
              <a:t>Kilde: NVE, metodenotat om datasentre (august 2026), basert på Statnetts tilknytningsregister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 skal kapasiteten brukes til?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Gromstul i Skien gjør størrelsen konkret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9A86F"/>
                </a:solidFill>
              </a:rPr>
              <a:t>240 MW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546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Tildelt Googles første fase på Gromstul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8620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78FE9C"/>
                </a:solidFill>
              </a:rPr>
              <a:t>300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548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Anslått GPU-effekt til KI i norsk arbeidsliv</a:t>
            </a:r>
          </a:p>
        </p:txBody>
      </p:sp>
      <p:sp>
        <p:nvSpPr>
          <p:cNvPr id="8" name="Spørsmål"/>
          <p:cNvSpPr/>
          <p:nvPr/>
        </p:nvSpPr>
        <p:spPr>
          <a:xfrm>
            <a:off x="6035040" y="2331720"/>
            <a:ext cx="5321808" cy="2514600"/>
          </a:xfrm>
          <a:prstGeom prst="roundRect">
            <a:avLst>
              <a:gd name="adj" fmla="val 8000"/>
            </a:avLst>
          </a:prstGeom>
          <a:solidFill>
            <a:srgbClr val="F9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572000" cy="2514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11133C"/>
                </a:solidFill>
              </a:rPr>
              <a:t>Hva får Norge igjen?</a:t>
            </a:r>
          </a:p>
        </p:txBody>
      </p:sp>
      <p:pic>
        <p:nvPicPr>
          <p:cNvPr id="10" name="QR-kode til beregningen" descr="QR-kode til beregnin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074920"/>
            <a:ext cx="868680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86600" y="507492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Beregning og forutsetninger</a:t>
            </a:r>
          </a:p>
          <a:p>
            <a:pPr algn="l"/>
            <a:r>
              <a:rPr sz="1400" b="0">
                <a:solidFill>
                  <a:srgbClr val="C3D5E1"/>
                </a:solidFill>
              </a:rPr>
              <a:t>larserikfinholt.github.io/datasenterbehov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8064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3D5E1"/>
                </a:solidFill>
              </a:rPr>
              <a:t>Kilde: Google/NTB, pressemelding om datasenteret i Skien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uvet presentasjonsmal - Blå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1D43C6"/>
      </a:accent2>
      <a:accent3>
        <a:srgbClr val="F9A86F"/>
      </a:accent3>
      <a:accent4>
        <a:srgbClr val="C3D5E1"/>
      </a:accent4>
      <a:accent5>
        <a:srgbClr val="1D1D1B"/>
      </a:accent5>
      <a:accent6>
        <a:srgbClr val="EE2950"/>
      </a:accent6>
      <a:hlink>
        <a:srgbClr val="060FBF"/>
      </a:hlink>
      <a:folHlink>
        <a:srgbClr val="000000"/>
      </a:folHlink>
    </a:clrScheme>
    <a:fontScheme name="Bouvet 202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108000" rIns="108000" bIns="108000" rtlCol="0" anchor="ctr"/>
      <a:lstStyle>
        <a:defPPr algn="ctr">
          <a:defRPr sz="16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spirasjonsmal" id="{0AF44B2E-A219-F942-AB5E-6DEB7D34438B}" vid="{7979EACE-DD2F-E64A-B35F-2A0FEE9F7917}"/>
    </a:ext>
  </a:extLst>
</a:theme>
</file>

<file path=ppt/theme/theme2.xml><?xml version="1.0" encoding="utf-8"?>
<a:theme xmlns:a="http://schemas.openxmlformats.org/drawingml/2006/main" name="Bouvet presentasjonsmal - Hvit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1D43C6"/>
      </a:accent2>
      <a:accent3>
        <a:srgbClr val="F9A86F"/>
      </a:accent3>
      <a:accent4>
        <a:srgbClr val="C3D5E1"/>
      </a:accent4>
      <a:accent5>
        <a:srgbClr val="1D1D1B"/>
      </a:accent5>
      <a:accent6>
        <a:srgbClr val="EE2950"/>
      </a:accent6>
      <a:hlink>
        <a:srgbClr val="060FBF"/>
      </a:hlink>
      <a:folHlink>
        <a:srgbClr val="000000"/>
      </a:folHlink>
    </a:clrScheme>
    <a:fontScheme name="Bouvet 202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108000" rIns="108000" bIns="108000"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spirasjonsmal" id="{0AF44B2E-A219-F942-AB5E-6DEB7D34438B}" vid="{568DE695-FDA8-A545-A732-238ECC90E511}"/>
    </a:ext>
  </a:extLst>
</a:theme>
</file>

<file path=ppt/theme/theme3.xml><?xml version="1.0" encoding="utf-8"?>
<a:theme xmlns:a="http://schemas.openxmlformats.org/drawingml/2006/main" name="Bouvet presentasjonsmal - Krem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1D43C6"/>
      </a:accent2>
      <a:accent3>
        <a:srgbClr val="F9A86F"/>
      </a:accent3>
      <a:accent4>
        <a:srgbClr val="C3D5E1"/>
      </a:accent4>
      <a:accent5>
        <a:srgbClr val="1D1D1B"/>
      </a:accent5>
      <a:accent6>
        <a:srgbClr val="EE2950"/>
      </a:accent6>
      <a:hlink>
        <a:srgbClr val="060FBF"/>
      </a:hlink>
      <a:folHlink>
        <a:srgbClr val="000000"/>
      </a:folHlink>
    </a:clrScheme>
    <a:fontScheme name="Bouvet 202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108000" rIns="108000" bIns="108000"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spirasjonsmal" id="{0AF44B2E-A219-F942-AB5E-6DEB7D34438B}" vid="{4A1E4FB9-F57C-C54A-A530-ACD4A17541A4}"/>
    </a:ext>
  </a:extLst>
</a:theme>
</file>

<file path=ppt/theme/theme4.xml><?xml version="1.0" encoding="utf-8"?>
<a:theme xmlns:a="http://schemas.openxmlformats.org/drawingml/2006/main" name="Office Theme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060FBF"/>
      </a:accent2>
      <a:accent3>
        <a:srgbClr val="F9A86F"/>
      </a:accent3>
      <a:accent4>
        <a:srgbClr val="C3D5E1"/>
      </a:accent4>
      <a:accent5>
        <a:srgbClr val="1D1D1B"/>
      </a:accent5>
      <a:accent6>
        <a:srgbClr val="1D43C6"/>
      </a:accent6>
      <a:hlink>
        <a:srgbClr val="060FBF"/>
      </a:hlink>
      <a:folHlink>
        <a:srgbClr val="000000"/>
      </a:folHlink>
    </a:clrScheme>
    <a:fontScheme name="Bouve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060FBF"/>
      </a:accent2>
      <a:accent3>
        <a:srgbClr val="F9A86F"/>
      </a:accent3>
      <a:accent4>
        <a:srgbClr val="C3D5E1"/>
      </a:accent4>
      <a:accent5>
        <a:srgbClr val="1D1D1B"/>
      </a:accent5>
      <a:accent6>
        <a:srgbClr val="1D43C6"/>
      </a:accent6>
      <a:hlink>
        <a:srgbClr val="060FBF"/>
      </a:hlink>
      <a:folHlink>
        <a:srgbClr val="000000"/>
      </a:folHlink>
    </a:clrScheme>
    <a:fontScheme name="Bouve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2eb3729-a22c-4bee-9a2a-af68e0870b7b">
      <UserInfo>
        <DisplayName>Andreas Reutz</DisplayName>
        <AccountId>135</AccountId>
        <AccountType/>
      </UserInfo>
    </SharedWithUsers>
    <_dlc_DocId xmlns="12eb3729-a22c-4bee-9a2a-af68e0870b7b">YNCTWTM4TFTV-576964413-126</_dlc_DocId>
    <_dlc_DocIdUrl xmlns="12eb3729-a22c-4bee-9a2a-af68e0870b7b">
      <Url>https://bouvetasa.sharepoint.com/sites/assets/_layouts/15/DocIdRedir.aspx?ID=YNCTWTM4TFTV-576964413-126</Url>
      <Description>YNCTWTM4TFTV-576964413-126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83117531D00F4C9E45017EED16ABA6" ma:contentTypeVersion="6" ma:contentTypeDescription="Create a new document." ma:contentTypeScope="" ma:versionID="d4f442862b3f298e4e01d286cf8c083a">
  <xsd:schema xmlns:xsd="http://www.w3.org/2001/XMLSchema" xmlns:xs="http://www.w3.org/2001/XMLSchema" xmlns:p="http://schemas.microsoft.com/office/2006/metadata/properties" xmlns:ns2="12eb3729-a22c-4bee-9a2a-af68e0870b7b" xmlns:ns3="13d8514d-2e81-498a-bd06-c90ed73776bf" targetNamespace="http://schemas.microsoft.com/office/2006/metadata/properties" ma:root="true" ma:fieldsID="294ffc048bb5663038ab96b6f5e0384a" ns2:_="" ns3:_="">
    <xsd:import namespace="12eb3729-a22c-4bee-9a2a-af68e0870b7b"/>
    <xsd:import namespace="13d8514d-2e81-498a-bd06-c90ed73776b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eb3729-a22c-4bee-9a2a-af68e0870b7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d8514d-2e81-498a-bd06-c90ed73776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514FD3-969A-42FE-917B-3524AEDAB31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49ABCA5-A618-40E0-8FB0-AE05350FAA52}">
  <ds:schemaRefs>
    <ds:schemaRef ds:uri="0e3b0481-cd5a-4f83-a9f0-76950906c80b"/>
    <ds:schemaRef ds:uri="http://purl.org/dc/dcmitype/"/>
    <ds:schemaRef ds:uri="http://schemas.openxmlformats.org/package/2006/metadata/core-properties"/>
    <ds:schemaRef ds:uri="c5f4f36f-0600-4724-88d7-743bcd57efeb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f069fecc-c99b-460f-a9c2-468216a4f8bb"/>
    <ds:schemaRef ds:uri="12eb3729-a22c-4bee-9a2a-af68e0870b7b"/>
  </ds:schemaRefs>
</ds:datastoreItem>
</file>

<file path=customXml/itemProps3.xml><?xml version="1.0" encoding="utf-8"?>
<ds:datastoreItem xmlns:ds="http://schemas.openxmlformats.org/officeDocument/2006/customXml" ds:itemID="{F6B3947E-1367-471F-BACE-C43A07E581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eb3729-a22c-4bee-9a2a-af68e0870b7b"/>
    <ds:schemaRef ds:uri="13d8514d-2e81-498a-bd06-c90ed73776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2D47B02-9FE0-4CEE-9849-7CA0D7449E0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21ebe56-2643-4654-8529-14ee930a2237}" enabled="1" method="Privileged" siteId="{c317fa72-b393-44ea-a87c-ea272e8d96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Inspirasjonsmal</Template>
  <TotalTime>1</TotalTime>
  <Words>779</Words>
  <Application>Microsoft Office PowerPoint</Application>
  <PresentationFormat>Widescreen</PresentationFormat>
  <Paragraphs>151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Inter</vt:lpstr>
      <vt:lpstr>Bouvet presentasjonsmal - Blå</vt:lpstr>
      <vt:lpstr>Bouvet presentasjonsmal - Hvit</vt:lpstr>
      <vt:lpstr>Bouvet presentasjonsmal - Krem</vt:lpstr>
      <vt:lpstr>Presentasjons- mal</vt:lpstr>
      <vt:lpstr>Tittel på presentasjonen</vt:lpstr>
      <vt:lpstr>Overskrift</vt:lpstr>
      <vt:lpstr>Kapittel første del</vt:lpstr>
      <vt:lpstr>OVERSKRIFT MED ALL CAPS</vt:lpstr>
      <vt:lpstr>Vil du ha en side med lite tekst</vt:lpstr>
      <vt:lpstr>HEADING I ALL CAPS</vt:lpstr>
      <vt:lpstr>Denne malen er fin til å vise noe fra et prosjekt</vt:lpstr>
      <vt:lpstr>PowerPoint Presentation</vt:lpstr>
      <vt:lpstr>TEKST PÅ BILDE HVIS BILDET EGNER SEG</vt:lpstr>
      <vt:lpstr>Nytt kapittel</vt:lpstr>
      <vt:lpstr>Teamet</vt:lpstr>
      <vt:lpstr>Navn Navnesen</vt:lpstr>
      <vt:lpstr>Navn Navnesen</vt:lpstr>
      <vt:lpstr>Overskrift</vt:lpstr>
      <vt:lpstr>Overskrift</vt:lpstr>
      <vt:lpstr>Overskrift</vt:lpstr>
      <vt:lpstr>Overskrift</vt:lpstr>
      <vt:lpstr>Overskrift</vt:lpstr>
      <vt:lpstr>Overskrift</vt:lpstr>
      <vt:lpstr>Overskrift</vt:lpstr>
      <vt:lpstr>PowerPoint Presentation</vt:lpstr>
      <vt:lpstr>Et til kapittel</vt:lpstr>
      <vt:lpstr>Overskrift til dette på siden her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Trenger vi datasentre? Ja. Men hvor mye?</dc:title>
  <dc:subject/>
  <dc:creator>Lars Erik Finholt</dc:creator>
  <cp:keywords/>
  <dc:description/>
  <cp:lastModifiedBy>Lars Erik Finholt</cp:lastModifiedBy>
  <cp:revision>1</cp:revision>
  <dcterms:created xsi:type="dcterms:W3CDTF">2026-10-13T18:32:35Z</dcterms:created>
  <dcterms:modified xsi:type="dcterms:W3CDTF">2026-10-13T18:34:20Z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0x010100BF83117531D00F4C9E45017EED16ABA6</vt:lpwstr>
  </property>
  <property fmtid="{D5CDD505-2E9C-101B-9397-08002B2CF9AE}" pid="3" name="_dlc_DocIdItemGuid">
    <vt:lpwstr>0275627a-a991-41d0-bf47-ff0f62825224</vt:lpwstr>
  </property>
</Properties>
</file>